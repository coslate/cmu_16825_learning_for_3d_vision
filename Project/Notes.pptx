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411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3" r:id="rId22"/>
    <p:sldId id="432" r:id="rId23"/>
    <p:sldId id="431" r:id="rId24"/>
    <p:sldId id="434" r:id="rId25"/>
    <p:sldId id="435" r:id="rId26"/>
  </p:sldIdLst>
  <p:sldSz cx="9144000" cy="6858000" type="screen4x3"/>
  <p:notesSz cx="9874250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umen" initials="T" lastIdx="3" clrIdx="0">
    <p:extLst>
      <p:ext uri="{19B8F6BF-5375-455C-9EA6-DF929625EA0E}">
        <p15:presenceInfo xmlns:p15="http://schemas.microsoft.com/office/powerpoint/2012/main" userId="Trum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211"/>
    <a:srgbClr val="EF8989"/>
    <a:srgbClr val="3B3F45"/>
    <a:srgbClr val="0F4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44" autoAdjust="0"/>
    <p:restoredTop sz="94630" autoAdjust="0"/>
  </p:normalViewPr>
  <p:slideViewPr>
    <p:cSldViewPr snapToGrid="0">
      <p:cViewPr varScale="1">
        <p:scale>
          <a:sx n="159" d="100"/>
          <a:sy n="159" d="100"/>
        </p:scale>
        <p:origin x="4386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D3D8E-1AF4-4021-A577-F9036A4FA586}" type="datetimeFigureOut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68D4D-9FC9-4991-8ACC-2A439BD7AB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5986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BE69C-9A30-41F9-A97F-242FCB401FD9}" type="datetimeFigureOut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7425" y="3271838"/>
            <a:ext cx="7899400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10F09-29AE-4AA5-9B89-5E27525732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61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B2C0D-83B4-4429-A5E6-EB9A4A578F17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934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7D2C-CCC9-4365-A69A-9BBF2BDE67A4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436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FDBA-8876-408F-B9F5-001499C10DD1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86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B279F-7E64-44A9-A2FC-82DD4DF16B2B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560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876A-65EB-488F-8B6F-936180F32BF6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8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D870A-6CBC-4B58-83E3-1DC9EB1CBBB5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034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8145-6386-449C-AE6D-7E9778D10DEC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6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EAC5F-7FAB-4ED3-A818-580BEE072052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37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C3B4-7107-4E72-A112-7C71DABCCE7E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9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8068-85A8-49F4-A56B-CF8F3D4B4438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21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C4AB-06A4-4DB3-BDA4-E21878FB45AE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64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4F68A-3114-4D98-B944-EFF4CE50F873}" type="datetime1">
              <a:rPr lang="zh-TW" altLang="en-US" smtClean="0"/>
              <a:t>2025/4/27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 dirty="0"/>
              <a:t>CMU 16825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FAC07-5FB4-4BB0-8DE0-45D2ACBF0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82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microsoft.com/office/2017/06/relationships/model3d" Target="../media/model3d2.glb"/><Relationship Id="rId12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microsoft.com/office/2017/06/relationships/model3d" Target="../media/model3d3.glb"/><Relationship Id="rId4" Type="http://schemas.microsoft.com/office/2017/06/relationships/model3d" Target="../media/model3d1.glb"/><Relationship Id="rId9" Type="http://schemas.openxmlformats.org/officeDocument/2006/relationships/image" Target="../media/image23.png"/><Relationship Id="rId1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microsoft.com/office/2007/relationships/hdphoto" Target="../media/hdphoto2.wdp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6" Type="http://schemas.microsoft.com/office/2017/06/relationships/model3d" Target="../media/model3d3.glb"/><Relationship Id="rId11" Type="http://schemas.microsoft.com/office/2007/relationships/hdphoto" Target="../media/hdphoto1.wdp"/><Relationship Id="rId5" Type="http://schemas.openxmlformats.org/officeDocument/2006/relationships/image" Target="../media/image29.png"/><Relationship Id="rId15" Type="http://schemas.microsoft.com/office/2007/relationships/hdphoto" Target="../media/hdphoto3.wdp"/><Relationship Id="rId10" Type="http://schemas.openxmlformats.org/officeDocument/2006/relationships/image" Target="../media/image33.png"/><Relationship Id="rId4" Type="http://schemas.microsoft.com/office/2017/06/relationships/model3d" Target="../media/model3d2.glb"/><Relationship Id="rId9" Type="http://schemas.openxmlformats.org/officeDocument/2006/relationships/image" Target="../media/image32.png"/><Relationship Id="rId1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6" Type="http://schemas.microsoft.com/office/2017/06/relationships/model3d" Target="../media/model3d3.glb"/><Relationship Id="rId5" Type="http://schemas.openxmlformats.org/officeDocument/2006/relationships/image" Target="../media/image37.png"/><Relationship Id="rId4" Type="http://schemas.microsoft.com/office/2017/06/relationships/model3d" Target="../media/model3d2.glb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4760B-6C17-0DB8-0252-10E38106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8285E-46FD-F5E6-8C81-91601AFF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E8539F6-2F57-17FA-3EBF-99410B11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229995A9-5C4F-8E97-3772-061DF0989630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B3394C7D-0E8D-D68B-76C4-0462C56F3E8C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991103-4D5B-103E-2F52-5291C17C8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87E54DD-AE8A-9FEC-3FD9-825D45A914F7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F0DAF025-06C6-04C8-F511-6594A9953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7F300E71-5AA4-98B1-F9CE-AE887DE06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314" y="1142564"/>
            <a:ext cx="6011131" cy="521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6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6047-2469-3642-DE37-8873A1C9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C57293-CBC0-C56E-4FFA-4A21FE833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E71FC1A-F071-7777-EA17-67317FF3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A9E1C417-9437-33CB-5C3E-B939B58E43BC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92551285-33CA-EC8D-CA81-B54974345695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3E8EF8-9D11-1F82-75F9-B783CDAB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2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6CB583C-9020-8970-17EF-5654BA69FC65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3815C3F6-743C-C47F-5A0E-7F4D03E9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89A7CB9-E47B-61C9-4E7F-0E755DB5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60" y="1052736"/>
            <a:ext cx="7326239" cy="477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9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70C06-F4DC-C699-FD2F-AF0B116E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4F009-C21E-EE73-7306-D31F87FC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7AE5E8F-ABB6-FA25-3A35-37EDBBC8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ABDE5171-53B0-E835-ECFF-B3FB14FA1F7C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93D924-8EBC-F314-0AA5-8BF90F724670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409F09-FCF6-2BCC-32D2-DE9D4401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B600968-C10E-12E8-E218-6EAA1C8018AC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281367BE-D84D-0BD4-0071-9876CFC9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41ACBBE-D463-81DD-5BD6-9221DE116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8697"/>
            <a:ext cx="9144000" cy="378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71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BF0EC-D4A4-64D6-1BCD-02C57F1A8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22BBDA-7336-3651-95E9-7E366D0B3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59DEA42-E900-C4C6-29E1-939FE983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8B946257-D873-D30D-D7C3-BF66A691231F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D01096C-99D4-962C-6AA5-4EE4D943B7AC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735A65-925C-B645-D8AB-E51523B0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87AC6B6-9775-64AE-136D-33AC500A7802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D6D0ECCD-1BF5-B420-360A-83AA6F69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CCCE84-7657-74B9-83BC-15294C631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61" y="1431278"/>
            <a:ext cx="7213600" cy="48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9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7ACE-CF4A-1699-F83B-04163564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14C94B-ED95-C8EF-3191-A6A5E7AD3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03B721-E965-B4D5-24D5-6B85CF8D9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FA7FB07F-830D-33EA-834B-E870D2825F25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26693165-E08C-C1AF-43DE-22565FB92262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42B699-569B-83F4-8E3C-70C42115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22CADC7-E4DB-DACF-E9B4-777DBF847E89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77179583-A14E-9B0F-505E-08A521E2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409ADB1-B7D0-3962-F380-D943E760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46" y="2223919"/>
            <a:ext cx="8649907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1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AE8B-0E89-CDCD-ECC1-6FAD9BC6F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02ECDC-8D1E-B22C-2D73-DE932902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DB04CA-727A-BCB6-2167-CBC175F7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1EA14B1F-D3E6-8C2E-117B-191B5C53F46B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4E021953-8B2C-E67C-7D27-B13885604044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51080A-D540-0BF6-DB42-3B58F062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87A1F2E-7B43-79ED-C831-0DCC07E51FA8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568ECB8C-A748-6846-1100-8B9A1ECC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1E66D5-6440-DE68-9A21-0C9CF3882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459" y="100831"/>
            <a:ext cx="5499834" cy="151789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2252B99-E9B5-75D3-6551-50B10CCA0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212" y="1635051"/>
            <a:ext cx="6560732" cy="518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82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A83AD-18C6-FAFC-1EF1-88A0C78D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952AAE-289A-EAE0-445E-FD520EFC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52DB018-237A-AB1C-1C31-932070A4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524DE7F7-4A29-B678-B667-88FB415D0899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F5D4EBEE-3DFB-6B68-B898-89B7C2BB40E6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184C6F-2F44-1E0F-96E4-7E79EB3A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9BE6F8C-3411-CF89-F19B-4502DC5963F4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DD078A1B-82EC-D881-6224-FFAEB7E8A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5E64C0E-6E22-EBB5-EF85-1F69512B9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269"/>
            <a:ext cx="9144000" cy="65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E8175-4E00-D06E-1C22-D92D805F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4701E9-0DB9-08DE-2DFD-6365081C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2B73EB0-07EB-5007-78B7-9BE202019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1AF2431F-BE7E-1961-0BE0-8C5B60ABC640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AB1680F5-1636-4D37-A81B-F890A75D07D4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6D386F-C93A-308D-C584-124A13A3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66CE650-CFED-D4F7-0AB1-ADA226237AEE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3A429A9C-838E-2D0F-8E60-AA41190D3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3640923-8CCF-7F8D-7E34-A0E142E5E9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339"/>
          <a:stretch/>
        </p:blipFill>
        <p:spPr>
          <a:xfrm>
            <a:off x="694600" y="1441551"/>
            <a:ext cx="7629956" cy="333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9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211B-F7DF-89BC-18A8-A3136894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DA6C9A-AD6F-BFE7-77D8-33011469F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EF365D-B800-09D0-7437-9A15FF1F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3F3D485C-D9A0-B38C-8BBB-94F68403EE36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BCFB6168-3E06-B831-8B52-781B87EA26F4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CB0893-8FEB-64D8-5AF7-F90115A2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94BCD8F-78B5-8C41-3FFE-409ACBFADC60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D72C1DFA-3BE7-EA81-B66E-BEC35F500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8B8125-C5FD-75BB-A0A5-1F34A8F03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8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E18E-5138-66D6-F08C-F1D23778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D7D497-0AD9-1E10-5F53-39667817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C6FFD16-D837-3533-5D75-E7988B5CC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A99CF739-F5E5-46CB-3802-FC96A7D9E12D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B60549F-DAED-10A8-BA8F-36BC50283426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3C34E-AF08-F556-5A92-EBEC771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82A740B-11F5-96B3-267C-9D7DFB0458FB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E1210368-26A7-1626-8459-A1C22C87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4664D0E-F136-9B6D-CC32-ADA96155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6549"/>
            <a:ext cx="9144000" cy="314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5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B388A-C95D-9E7C-5D04-C5B920B2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5615A1-8C5D-A56E-250A-784D1D1E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6843F38-2F23-292D-674E-24EAB1C85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7D56AAA6-26F1-5DA2-A772-FF777F454224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ED12A395-00A6-AAFF-F84C-5803F0167071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FAF795-6CBD-840F-E4A6-366ACB262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C0B31C8-068A-3349-77A2-EFD9BBDE9B97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B06E6408-EE46-DDD5-D980-0F75CEA6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00F270-E2DA-DD15-A051-7F3A7A81A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84" y="1714260"/>
            <a:ext cx="7392432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6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AE96-C39E-17FF-27F4-DB62E7F51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F67233-7927-7FD4-6636-17DB9ED00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AA3D084-4C00-AC65-503F-1938AEB9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82B28BB8-4CF4-E786-3197-AC9B4300ADC9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E11387-5761-3C04-FEF1-86B59FB373DA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CB0822-AFB1-DD98-E8D4-26B3482E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C1BB920-661C-5B94-C062-DFBEDC36E0D6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8AFA1465-6883-8B7F-41A8-68C13ED35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6EDF51F-11F9-75C0-BED4-51EDE3B6E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5" y="1690445"/>
            <a:ext cx="8983329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5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12C98-B99D-EC2F-B1F9-81D5B18D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52D259-E3F0-2C8B-4D03-4067E6CB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666D96-AECA-D5E8-FA1C-8A970360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8D459CB4-5179-3EAC-01DE-3B25B3D07334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E3D95402-C266-0328-3653-97F798CB247B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04B00D-04A2-43D1-B277-6B822DC3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5CDD571-827A-222F-631F-8EBD5C2E41D2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E984CE13-7A1F-A4D8-435D-136A632B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73F253-14FA-E3BC-B975-F436D0044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21" y="0"/>
            <a:ext cx="7355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3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084E-5B4A-6BCD-8BFA-5A5427A7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7D78F9-767A-AC5B-092E-072FCA47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D428954-6F79-0DB8-57F1-936DD142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A654E8B5-BD69-F7A3-8A5D-384B28F8328E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65D6681-428C-AEAB-20B1-7572D403B2FC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BE1095-DC04-7144-9012-76C170AC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2675C9B-1C19-B705-A689-F9F7BE425074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E7819CCD-35DF-F36C-530A-51B20589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AFB96E0-4D61-2CF2-CA59-999E2CEE8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47" y="999786"/>
            <a:ext cx="8106906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4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CF38B-602E-A2F3-A5AF-F3838F9E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97B6C1-4D6A-5DA2-7052-BF9D4EED3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A9D0D8-7326-279D-D7FE-F3B454F8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9D2496F1-57BA-E7CF-25B7-155EC9E32263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8399B5B5-0714-BCA5-3964-54C7849934EE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53942E-1B37-8293-D295-011B48E9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15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1548D7-9464-0E67-54C8-E4A2BA646374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E3C51758-47E8-8A7F-9AF2-A8420C839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3CEB03D-7532-25AD-564E-7AF65A371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4062"/>
            <a:ext cx="9144000" cy="404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E179B-D246-97D5-FB6C-57ABFE7C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63CDCE-F4A8-FB61-1E40-3625C4A6D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Total Steps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D70225-EF86-B05D-D520-33681767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A61332A0-B722-B5E7-6BE3-9D46F0F89359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F2B5F8C-6068-F74A-DCE5-32963BA88762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D6AB8C-F248-4266-8BF6-B577F90D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109B406-2DFB-DDFB-0C3F-FDD303EEB1DB}"/>
              </a:ext>
            </a:extLst>
          </p:cNvPr>
          <p:cNvSpPr>
            <a:spLocks noGrp="1"/>
          </p:cNvSpPr>
          <p:nvPr/>
        </p:nvSpPr>
        <p:spPr bwMode="auto">
          <a:xfrm>
            <a:off x="457200" y="1038672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8B73EE06-4577-698C-FDA4-28F5F2C3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AC949C4-04E9-3F0F-039F-34A601CF3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6954"/>
            <a:ext cx="9144000" cy="256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AD2F5-EB2F-A45D-5432-E4A4A811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FA2BC7-37E2-2D80-EF27-F7CDAF8CD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Introduction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A5C6888-900D-8334-4743-C58CDBA8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90D2030D-A07E-1BA4-D1CD-D2D2C1C2DD2F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7FC5C7B-567D-DA36-16DF-183999D5FACF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5279E3-FC85-11E7-7F86-D1BC4BEB8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626A8AA-5D7D-9FEA-9A51-CAC9E8FFDF4A}"/>
              </a:ext>
            </a:extLst>
          </p:cNvPr>
          <p:cNvSpPr>
            <a:spLocks noGrp="1"/>
          </p:cNvSpPr>
          <p:nvPr/>
        </p:nvSpPr>
        <p:spPr bwMode="auto">
          <a:xfrm>
            <a:off x="462667" y="1052736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A8CB9C15-2437-63A7-8CC3-B9DE906A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sp>
        <p:nvSpPr>
          <p:cNvPr id="14" name="梯形 13">
            <a:extLst>
              <a:ext uri="{FF2B5EF4-FFF2-40B4-BE49-F238E27FC236}">
                <a16:creationId xmlns:a16="http://schemas.microsoft.com/office/drawing/2014/main" id="{A839D760-6704-5A3C-DBE2-D3AB4B3A7213}"/>
              </a:ext>
            </a:extLst>
          </p:cNvPr>
          <p:cNvSpPr/>
          <p:nvPr/>
        </p:nvSpPr>
        <p:spPr>
          <a:xfrm rot="5400000">
            <a:off x="1894741" y="3403049"/>
            <a:ext cx="1460500" cy="771641"/>
          </a:xfrm>
          <a:prstGeom prst="trapezoid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EE7871-4B6C-1BA2-F6AA-77A158AD36D3}"/>
              </a:ext>
            </a:extLst>
          </p:cNvPr>
          <p:cNvSpPr/>
          <p:nvPr/>
        </p:nvSpPr>
        <p:spPr>
          <a:xfrm>
            <a:off x="2345592" y="3426237"/>
            <a:ext cx="247650" cy="72526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B59067-41BC-0116-BC71-10456EA898F8}"/>
              </a:ext>
            </a:extLst>
          </p:cNvPr>
          <p:cNvSpPr/>
          <p:nvPr/>
        </p:nvSpPr>
        <p:spPr>
          <a:xfrm>
            <a:off x="2672617" y="3426237"/>
            <a:ext cx="247650" cy="72526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B0070B6-50CB-22D8-84B6-BB9B2441995F}"/>
              </a:ext>
            </a:extLst>
          </p:cNvPr>
          <p:cNvSpPr txBox="1"/>
          <p:nvPr/>
        </p:nvSpPr>
        <p:spPr>
          <a:xfrm>
            <a:off x="2322026" y="360420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MLP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4190AF8-F6F5-C2BE-B4D9-9AC8B1C4AB42}"/>
                  </a:ext>
                </a:extLst>
              </p:cNvPr>
              <p:cNvSpPr txBox="1"/>
              <p:nvPr/>
            </p:nvSpPr>
            <p:spPr>
              <a:xfrm rot="10800000">
                <a:off x="1432427" y="2982805"/>
                <a:ext cx="419859" cy="160992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TW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y, z, w(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𝐝</m:t>
                        </m:r>
                      </m:e>
                      <m:sub>
                        <m:r>
                          <a:rPr lang="en-US" altLang="zh-TW" sz="14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sub>
                    </m:sSub>
                    <m:r>
                      <a:rPr lang="en-US" altLang="zh-TW" sz="1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𝐝</m:t>
                        </m:r>
                      </m:e>
                      <m:sub>
                        <m:r>
                          <a:rPr lang="en-US" altLang="zh-TW" sz="14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𝐲</m:t>
                        </m:r>
                      </m:sub>
                    </m:sSub>
                    <m:r>
                      <a:rPr lang="en-US" altLang="zh-TW" sz="1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𝐝</m:t>
                        </m:r>
                      </m:e>
                      <m:sub>
                        <m:r>
                          <a:rPr lang="en-US" altLang="zh-TW" sz="14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𝐳</m:t>
                        </m:r>
                      </m:sub>
                    </m:sSub>
                  </m:oMath>
                </a14:m>
                <a:r>
                  <a:rPr lang="en-US" altLang="zh-TW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4190AF8-F6F5-C2BE-B4D9-9AC8B1C4A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1432427" y="2982805"/>
                <a:ext cx="419859" cy="1609922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8CD466AD-89FA-4DBF-6EDE-A3FDCCA68AB8}"/>
              </a:ext>
            </a:extLst>
          </p:cNvPr>
          <p:cNvCxnSpPr>
            <a:cxnSpLocks/>
            <a:stCxn id="18" idx="2"/>
            <a:endCxn id="21" idx="3"/>
          </p:cNvCxnSpPr>
          <p:nvPr/>
        </p:nvCxnSpPr>
        <p:spPr>
          <a:xfrm flipV="1">
            <a:off x="1642356" y="2792418"/>
            <a:ext cx="140029" cy="190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7D78BCA9-A658-7C27-DC1B-3F24EE1D9214}"/>
              </a:ext>
            </a:extLst>
          </p:cNvPr>
          <p:cNvCxnSpPr>
            <a:cxnSpLocks/>
            <a:stCxn id="18" idx="2"/>
            <a:endCxn id="29" idx="5"/>
          </p:cNvCxnSpPr>
          <p:nvPr/>
        </p:nvCxnSpPr>
        <p:spPr>
          <a:xfrm flipH="1" flipV="1">
            <a:off x="1556261" y="2847523"/>
            <a:ext cx="86095" cy="135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3D060387-2E92-2542-ACEA-FF8E5E64E34A}"/>
              </a:ext>
            </a:extLst>
          </p:cNvPr>
          <p:cNvCxnSpPr>
            <a:cxnSpLocks/>
            <a:stCxn id="18" idx="2"/>
            <a:endCxn id="22" idx="3"/>
          </p:cNvCxnSpPr>
          <p:nvPr/>
        </p:nvCxnSpPr>
        <p:spPr>
          <a:xfrm flipV="1">
            <a:off x="1642356" y="2735268"/>
            <a:ext cx="427393" cy="247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413B381D-5F29-33B2-9431-1DE91B6D802C}"/>
              </a:ext>
            </a:extLst>
          </p:cNvPr>
          <p:cNvCxnSpPr>
            <a:cxnSpLocks/>
            <a:stCxn id="18" idx="2"/>
            <a:endCxn id="23" idx="4"/>
          </p:cNvCxnSpPr>
          <p:nvPr/>
        </p:nvCxnSpPr>
        <p:spPr>
          <a:xfrm flipV="1">
            <a:off x="1642356" y="2688507"/>
            <a:ext cx="770666" cy="294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3FF6DADA-916E-0657-1664-3390E43A231A}"/>
              </a:ext>
            </a:extLst>
          </p:cNvPr>
          <p:cNvCxnSpPr>
            <a:cxnSpLocks/>
            <a:stCxn id="18" idx="2"/>
            <a:endCxn id="24" idx="3"/>
          </p:cNvCxnSpPr>
          <p:nvPr/>
        </p:nvCxnSpPr>
        <p:spPr>
          <a:xfrm flipV="1">
            <a:off x="1642356" y="2603729"/>
            <a:ext cx="1057604" cy="379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02F6B762-FCEC-6757-28CB-82268411521F}"/>
              </a:ext>
            </a:extLst>
          </p:cNvPr>
          <p:cNvCxnSpPr>
            <a:cxnSpLocks/>
            <a:stCxn id="18" idx="1"/>
            <a:endCxn id="14" idx="2"/>
          </p:cNvCxnSpPr>
          <p:nvPr/>
        </p:nvCxnSpPr>
        <p:spPr>
          <a:xfrm>
            <a:off x="1852286" y="3787766"/>
            <a:ext cx="386885" cy="1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3ADB128E-42D6-20FB-F4A7-C248A9A18E63}"/>
              </a:ext>
            </a:extLst>
          </p:cNvPr>
          <p:cNvCxnSpPr>
            <a:cxnSpLocks/>
          </p:cNvCxnSpPr>
          <p:nvPr/>
        </p:nvCxnSpPr>
        <p:spPr>
          <a:xfrm>
            <a:off x="3021157" y="3787766"/>
            <a:ext cx="386885" cy="1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E38FF7C-40AB-30E0-875D-E5BE3706A04B}"/>
                  </a:ext>
                </a:extLst>
              </p:cNvPr>
              <p:cNvSpPr txBox="1"/>
              <p:nvPr/>
            </p:nvSpPr>
            <p:spPr>
              <a:xfrm>
                <a:off x="3373244" y="3604203"/>
                <a:ext cx="4775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14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TW" sz="14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TW" sz="14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</m:oMath>
                  </m:oMathPara>
                </a14:m>
                <a:endParaRPr lang="zh-TW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E38FF7C-40AB-30E0-875D-E5BE3706A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244" y="3604203"/>
                <a:ext cx="47750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平行四邊形 50">
            <a:extLst>
              <a:ext uri="{FF2B5EF4-FFF2-40B4-BE49-F238E27FC236}">
                <a16:creationId xmlns:a16="http://schemas.microsoft.com/office/drawing/2014/main" id="{6B3058EE-6BA4-29F4-E343-B5AF147B361A}"/>
              </a:ext>
            </a:extLst>
          </p:cNvPr>
          <p:cNvSpPr/>
          <p:nvPr/>
        </p:nvSpPr>
        <p:spPr>
          <a:xfrm>
            <a:off x="4966545" y="3396051"/>
            <a:ext cx="1390650" cy="103505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F049B82F-2109-5EBC-2A04-740009788AFE}"/>
              </a:ext>
            </a:extLst>
          </p:cNvPr>
          <p:cNvCxnSpPr>
            <a:cxnSpLocks/>
          </p:cNvCxnSpPr>
          <p:nvPr/>
        </p:nvCxnSpPr>
        <p:spPr>
          <a:xfrm>
            <a:off x="5148360" y="3662907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533A0A1E-4057-FA95-4B92-F6A3867735C1}"/>
              </a:ext>
            </a:extLst>
          </p:cNvPr>
          <p:cNvCxnSpPr/>
          <p:nvPr/>
        </p:nvCxnSpPr>
        <p:spPr>
          <a:xfrm flipV="1">
            <a:off x="1396773" y="2298640"/>
            <a:ext cx="2606374" cy="5493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4B0DEEA1-3DB3-3518-8699-FA52A35C22CD}"/>
              </a:ext>
            </a:extLst>
          </p:cNvPr>
          <p:cNvCxnSpPr>
            <a:cxnSpLocks/>
            <a:stCxn id="51" idx="5"/>
            <a:endCxn id="51" idx="2"/>
          </p:cNvCxnSpPr>
          <p:nvPr/>
        </p:nvCxnSpPr>
        <p:spPr>
          <a:xfrm>
            <a:off x="5095926" y="3913576"/>
            <a:ext cx="11318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2396A8D4-7958-5A8D-FB88-275F377A90AB}"/>
              </a:ext>
            </a:extLst>
          </p:cNvPr>
          <p:cNvCxnSpPr>
            <a:cxnSpLocks/>
          </p:cNvCxnSpPr>
          <p:nvPr/>
        </p:nvCxnSpPr>
        <p:spPr>
          <a:xfrm>
            <a:off x="5020192" y="4191155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750D92EC-3DA8-F6A8-B081-B8D6B4E59587}"/>
              </a:ext>
            </a:extLst>
          </p:cNvPr>
          <p:cNvCxnSpPr>
            <a:cxnSpLocks/>
            <a:stCxn id="51" idx="3"/>
            <a:endCxn id="51" idx="1"/>
          </p:cNvCxnSpPr>
          <p:nvPr/>
        </p:nvCxnSpPr>
        <p:spPr>
          <a:xfrm flipV="1">
            <a:off x="5532489" y="3396051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8CA7307F-6E0B-FA47-1DA7-2E02132ED74C}"/>
              </a:ext>
            </a:extLst>
          </p:cNvPr>
          <p:cNvCxnSpPr>
            <a:cxnSpLocks/>
          </p:cNvCxnSpPr>
          <p:nvPr/>
        </p:nvCxnSpPr>
        <p:spPr>
          <a:xfrm flipV="1">
            <a:off x="5234394" y="3403083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F3276FEA-B09A-5DBE-AF1E-4F33DE419841}"/>
              </a:ext>
            </a:extLst>
          </p:cNvPr>
          <p:cNvCxnSpPr>
            <a:cxnSpLocks/>
          </p:cNvCxnSpPr>
          <p:nvPr/>
        </p:nvCxnSpPr>
        <p:spPr>
          <a:xfrm flipV="1">
            <a:off x="5809751" y="3381987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橢圓 20">
            <a:extLst>
              <a:ext uri="{FF2B5EF4-FFF2-40B4-BE49-F238E27FC236}">
                <a16:creationId xmlns:a16="http://schemas.microsoft.com/office/drawing/2014/main" id="{EA3ACD52-A710-2A71-C6B6-45E91ECB325D}"/>
              </a:ext>
            </a:extLst>
          </p:cNvPr>
          <p:cNvSpPr/>
          <p:nvPr/>
        </p:nvSpPr>
        <p:spPr>
          <a:xfrm>
            <a:off x="1767742" y="2694857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A969746B-2339-E953-E465-B1B2BD00064F}"/>
              </a:ext>
            </a:extLst>
          </p:cNvPr>
          <p:cNvSpPr/>
          <p:nvPr/>
        </p:nvSpPr>
        <p:spPr>
          <a:xfrm>
            <a:off x="2055106" y="2637707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568A6C22-A296-EF6D-8E98-556FD146F5D1}"/>
              </a:ext>
            </a:extLst>
          </p:cNvPr>
          <p:cNvSpPr/>
          <p:nvPr/>
        </p:nvSpPr>
        <p:spPr>
          <a:xfrm>
            <a:off x="2363029" y="2574207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0B1942F3-05F4-B898-85E7-3A1E8BEC2F36}"/>
              </a:ext>
            </a:extLst>
          </p:cNvPr>
          <p:cNvSpPr/>
          <p:nvPr/>
        </p:nvSpPr>
        <p:spPr>
          <a:xfrm>
            <a:off x="2685317" y="2506168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C4EC6CB-8AC1-2D6E-3123-A5759CED4DD9}"/>
              </a:ext>
            </a:extLst>
          </p:cNvPr>
          <p:cNvSpPr/>
          <p:nvPr/>
        </p:nvSpPr>
        <p:spPr>
          <a:xfrm>
            <a:off x="2973421" y="2449476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D6E7ACB3-10F5-A954-B32B-3D83DEB0AE8C}"/>
              </a:ext>
            </a:extLst>
          </p:cNvPr>
          <p:cNvSpPr/>
          <p:nvPr/>
        </p:nvSpPr>
        <p:spPr>
          <a:xfrm>
            <a:off x="3262332" y="2385976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F77B3F4A-4404-CAA6-4D9B-26FA393D73C1}"/>
              </a:ext>
            </a:extLst>
          </p:cNvPr>
          <p:cNvSpPr/>
          <p:nvPr/>
        </p:nvSpPr>
        <p:spPr>
          <a:xfrm>
            <a:off x="3516775" y="2328826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B255CD9B-654F-01C2-7B19-8B8DC40F59CB}"/>
              </a:ext>
            </a:extLst>
          </p:cNvPr>
          <p:cNvSpPr/>
          <p:nvPr/>
        </p:nvSpPr>
        <p:spPr>
          <a:xfrm>
            <a:off x="3785180" y="2278016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8245DD58-00ED-6BF4-6B51-37C0CF6475F3}"/>
              </a:ext>
            </a:extLst>
          </p:cNvPr>
          <p:cNvSpPr/>
          <p:nvPr/>
        </p:nvSpPr>
        <p:spPr>
          <a:xfrm>
            <a:off x="1470918" y="2749962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5CD5CC72-FE34-EA71-09DC-EE3B5F22A9A5}"/>
              </a:ext>
            </a:extLst>
          </p:cNvPr>
          <p:cNvCxnSpPr/>
          <p:nvPr/>
        </p:nvCxnSpPr>
        <p:spPr>
          <a:xfrm flipV="1">
            <a:off x="4969223" y="2552251"/>
            <a:ext cx="2606374" cy="5493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2" name="3D 模型 71" descr="Ellipsoid">
                <a:extLst>
                  <a:ext uri="{FF2B5EF4-FFF2-40B4-BE49-F238E27FC236}">
                    <a16:creationId xmlns:a16="http://schemas.microsoft.com/office/drawing/2014/main" id="{8F960579-99E4-E009-19F8-E4884FBDA9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2348516"/>
                  </p:ext>
                </p:extLst>
              </p:nvPr>
            </p:nvGraphicFramePr>
            <p:xfrm rot="20743593">
              <a:off x="5909028" y="2598625"/>
              <a:ext cx="723575" cy="418912"/>
            </p:xfrm>
            <a:graphic>
              <a:graphicData uri="http://schemas.microsoft.com/office/drawing/2017/model3d">
                <am3d:model3d r:embed="rId4">
                  <am3d:spPr>
                    <a:xfrm rot="20743593">
                      <a:off x="0" y="0"/>
                      <a:ext cx="723575" cy="418912"/>
                    </a:xfrm>
                    <a:prstGeom prst="rect">
                      <a:avLst/>
                    </a:prstGeom>
                  </am3d:spPr>
                  <am3d:camera>
                    <am3d:pos x="0" y="0" z="707139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38416" d="1000000"/>
                    <am3d:preTrans dx="0" dy="-91816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77183" ay="-677395" az="5437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0091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2" name="3D 模型 71" descr="Ellipsoid">
                <a:extLst>
                  <a:ext uri="{FF2B5EF4-FFF2-40B4-BE49-F238E27FC236}">
                    <a16:creationId xmlns:a16="http://schemas.microsoft.com/office/drawing/2014/main" id="{8F960579-99E4-E009-19F8-E4884FBDA9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20743593">
                <a:off x="5909028" y="2598625"/>
                <a:ext cx="723575" cy="418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4" name="3D 模型 73" descr="Ellipsoid">
                <a:extLst>
                  <a:ext uri="{FF2B5EF4-FFF2-40B4-BE49-F238E27FC236}">
                    <a16:creationId xmlns:a16="http://schemas.microsoft.com/office/drawing/2014/main" id="{239077F1-D791-06C3-5A7C-1EA67B558E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05991410"/>
                  </p:ext>
                </p:extLst>
              </p:nvPr>
            </p:nvGraphicFramePr>
            <p:xfrm rot="20743593">
              <a:off x="6914279" y="3371277"/>
              <a:ext cx="742616" cy="418911"/>
            </p:xfrm>
            <a:graphic>
              <a:graphicData uri="http://schemas.microsoft.com/office/drawing/2017/model3d">
                <am3d:model3d r:embed="rId4">
                  <am3d:spPr>
                    <a:xfrm rot="20743593">
                      <a:off x="0" y="0"/>
                      <a:ext cx="742616" cy="418911"/>
                    </a:xfrm>
                    <a:prstGeom prst="rect">
                      <a:avLst/>
                    </a:prstGeom>
                  </am3d:spPr>
                  <am3d:camera>
                    <am3d:pos x="0" y="0" z="707139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38416" d="1000000"/>
                    <am3d:preTrans dx="0" dy="-91816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08071" ay="-3576381" az="1062047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100919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4" name="3D 模型 73" descr="Ellipsoid">
                <a:extLst>
                  <a:ext uri="{FF2B5EF4-FFF2-40B4-BE49-F238E27FC236}">
                    <a16:creationId xmlns:a16="http://schemas.microsoft.com/office/drawing/2014/main" id="{239077F1-D791-06C3-5A7C-1EA67B558E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20743593">
                <a:off x="6914279" y="3371277"/>
                <a:ext cx="742616" cy="418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5" name="3D 模型 74" descr="Red Sphere">
                <a:extLst>
                  <a:ext uri="{FF2B5EF4-FFF2-40B4-BE49-F238E27FC236}">
                    <a16:creationId xmlns:a16="http://schemas.microsoft.com/office/drawing/2014/main" id="{D46BEA53-1271-9B33-F70E-C90D743DBB1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1046757"/>
                  </p:ext>
                </p:extLst>
              </p:nvPr>
            </p:nvGraphicFramePr>
            <p:xfrm>
              <a:off x="5243374" y="2737206"/>
              <a:ext cx="473890" cy="47389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73890" cy="473890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4126011" ay="-2382673" az="-352171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7203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5" name="3D 模型 74" descr="Red Sphere">
                <a:extLst>
                  <a:ext uri="{FF2B5EF4-FFF2-40B4-BE49-F238E27FC236}">
                    <a16:creationId xmlns:a16="http://schemas.microsoft.com/office/drawing/2014/main" id="{D46BEA53-1271-9B33-F70E-C90D743DBB1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43374" y="2737206"/>
                <a:ext cx="473890" cy="473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6" name="3D 模型 75" descr="Red Sphere">
                <a:extLst>
                  <a:ext uri="{FF2B5EF4-FFF2-40B4-BE49-F238E27FC236}">
                    <a16:creationId xmlns:a16="http://schemas.microsoft.com/office/drawing/2014/main" id="{68EE08E7-DE32-EFE1-A8E1-D4D607A5D0F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5743867"/>
                  </p:ext>
                </p:extLst>
              </p:nvPr>
            </p:nvGraphicFramePr>
            <p:xfrm>
              <a:off x="6895227" y="3943146"/>
              <a:ext cx="492845" cy="473891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92845" cy="473891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2233452" ay="-3787730" az="2047481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7203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6" name="3D 模型 75" descr="Red Sphere">
                <a:extLst>
                  <a:ext uri="{FF2B5EF4-FFF2-40B4-BE49-F238E27FC236}">
                    <a16:creationId xmlns:a16="http://schemas.microsoft.com/office/drawing/2014/main" id="{68EE08E7-DE32-EFE1-A8E1-D4D607A5D0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95227" y="3943146"/>
                <a:ext cx="492845" cy="47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7" name="3D 模型 76" descr="Dark Gray Ellipsoid">
                <a:extLst>
                  <a:ext uri="{FF2B5EF4-FFF2-40B4-BE49-F238E27FC236}">
                    <a16:creationId xmlns:a16="http://schemas.microsoft.com/office/drawing/2014/main" id="{C27A525E-9E7A-50DE-AB7C-BDE16C255D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5354024"/>
                  </p:ext>
                </p:extLst>
              </p:nvPr>
            </p:nvGraphicFramePr>
            <p:xfrm rot="17627656">
              <a:off x="6613881" y="2428458"/>
              <a:ext cx="880422" cy="501746"/>
            </p:xfrm>
            <a:graphic>
              <a:graphicData uri="http://schemas.microsoft.com/office/drawing/2017/model3d">
                <am3d:model3d r:embed="rId10">
                  <am3d:spPr>
                    <a:xfrm rot="17627656">
                      <a:off x="0" y="0"/>
                      <a:ext cx="880422" cy="501746"/>
                    </a:xfrm>
                    <a:prstGeom prst="rect">
                      <a:avLst/>
                    </a:prstGeom>
                  </am3d:spPr>
                  <am3d:camera>
                    <am3d:pos x="0" y="0" z="707139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38416" d="1000000"/>
                    <am3d:preTrans dx="0" dy="-91816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23107" ay="-1479079" az="93164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125909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7" name="3D 模型 76" descr="Dark Gray Ellipsoid">
                <a:extLst>
                  <a:ext uri="{FF2B5EF4-FFF2-40B4-BE49-F238E27FC236}">
                    <a16:creationId xmlns:a16="http://schemas.microsoft.com/office/drawing/2014/main" id="{C27A525E-9E7A-50DE-AB7C-BDE16C255D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17627656">
                <a:off x="6613881" y="2428458"/>
                <a:ext cx="880422" cy="501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AE19A063-CF33-2490-C3E9-B461C2A0CD4C}"/>
                  </a:ext>
                </a:extLst>
              </p:cNvPr>
              <p:cNvSpPr txBox="1"/>
              <p:nvPr/>
            </p:nvSpPr>
            <p:spPr>
              <a:xfrm rot="20948513">
                <a:off x="3571203" y="2415433"/>
                <a:ext cx="44274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0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𝐑𝐚𝐲</m:t>
                      </m:r>
                    </m:oMath>
                  </m:oMathPara>
                </a14:m>
                <a:endParaRPr lang="zh-TW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AE19A063-CF33-2490-C3E9-B461C2A0C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48513">
                <a:off x="3571203" y="2415433"/>
                <a:ext cx="442749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D866CFB6-B7C2-6BEE-2FE7-4EB7D9B1AF84}"/>
                  </a:ext>
                </a:extLst>
              </p:cNvPr>
              <p:cNvSpPr txBox="1"/>
              <p:nvPr/>
            </p:nvSpPr>
            <p:spPr>
              <a:xfrm rot="20948513">
                <a:off x="7249723" y="2606418"/>
                <a:ext cx="44274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0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𝐑𝐚𝐲</m:t>
                      </m:r>
                    </m:oMath>
                  </m:oMathPara>
                </a14:m>
                <a:endParaRPr lang="zh-TW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D866CFB6-B7C2-6BEE-2FE7-4EB7D9B1A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48513">
                <a:off x="7249723" y="2606418"/>
                <a:ext cx="442749" cy="2462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0" name="3D 模型 79" descr="Dark Gray Ellipsoid">
                <a:extLst>
                  <a:ext uri="{FF2B5EF4-FFF2-40B4-BE49-F238E27FC236}">
                    <a16:creationId xmlns:a16="http://schemas.microsoft.com/office/drawing/2014/main" id="{8AB804F3-E4F2-C968-F6BB-FB007DF50A1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7978706"/>
                  </p:ext>
                </p:extLst>
              </p:nvPr>
            </p:nvGraphicFramePr>
            <p:xfrm rot="17627656">
              <a:off x="7292549" y="3728977"/>
              <a:ext cx="880422" cy="501746"/>
            </p:xfrm>
            <a:graphic>
              <a:graphicData uri="http://schemas.microsoft.com/office/drawing/2017/model3d">
                <am3d:model3d r:embed="rId10">
                  <am3d:spPr>
                    <a:xfrm rot="17627656">
                      <a:off x="0" y="0"/>
                      <a:ext cx="880422" cy="501746"/>
                    </a:xfrm>
                    <a:prstGeom prst="rect">
                      <a:avLst/>
                    </a:prstGeom>
                  </am3d:spPr>
                  <am3d:camera>
                    <am3d:pos x="0" y="0" z="707139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38416" d="1000000"/>
                    <am3d:preTrans dx="0" dy="-91816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23107" ay="-1479079" az="93164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125909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0" name="3D 模型 79" descr="Dark Gray Ellipsoid">
                <a:extLst>
                  <a:ext uri="{FF2B5EF4-FFF2-40B4-BE49-F238E27FC236}">
                    <a16:creationId xmlns:a16="http://schemas.microsoft.com/office/drawing/2014/main" id="{8AB804F3-E4F2-C968-F6BB-FB007DF50A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17627656">
                <a:off x="7292549" y="3728977"/>
                <a:ext cx="880422" cy="501746"/>
              </a:xfrm>
              <a:prstGeom prst="rect">
                <a:avLst/>
              </a:prstGeom>
            </p:spPr>
          </p:pic>
        </mc:Fallback>
      </mc:AlternateContent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9EEDA174-8660-07EE-C901-DFB6118025E3}"/>
              </a:ext>
            </a:extLst>
          </p:cNvPr>
          <p:cNvCxnSpPr>
            <a:cxnSpLocks/>
            <a:endCxn id="51" idx="2"/>
          </p:cNvCxnSpPr>
          <p:nvPr/>
        </p:nvCxnSpPr>
        <p:spPr>
          <a:xfrm flipH="1" flipV="1">
            <a:off x="6227814" y="3913576"/>
            <a:ext cx="675885" cy="70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C21D8262-553F-2211-EFFC-B8CA68CEA026}"/>
                  </a:ext>
                </a:extLst>
              </p:cNvPr>
              <p:cNvSpPr txBox="1"/>
              <p:nvPr/>
            </p:nvSpPr>
            <p:spPr>
              <a:xfrm>
                <a:off x="6278922" y="3658207"/>
                <a:ext cx="75854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1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Splatting</m:t>
                      </m:r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C21D8262-553F-2211-EFFC-B8CA68CE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922" y="3658207"/>
                <a:ext cx="758541" cy="261610"/>
              </a:xfrm>
              <a:prstGeom prst="rect">
                <a:avLst/>
              </a:prstGeom>
              <a:blipFill>
                <a:blip r:embed="rId1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ECBA2D49-A929-5FAE-164C-EF10D6AEB54D}"/>
              </a:ext>
            </a:extLst>
          </p:cNvPr>
          <p:cNvCxnSpPr>
            <a:cxnSpLocks/>
          </p:cNvCxnSpPr>
          <p:nvPr/>
        </p:nvCxnSpPr>
        <p:spPr>
          <a:xfrm>
            <a:off x="4488928" y="1690464"/>
            <a:ext cx="7149" cy="37959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70B7A24A-C417-6122-6596-DE1FB6800CED}"/>
              </a:ext>
            </a:extLst>
          </p:cNvPr>
          <p:cNvSpPr txBox="1"/>
          <p:nvPr/>
        </p:nvSpPr>
        <p:spPr>
          <a:xfrm>
            <a:off x="2021339" y="499618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(a) NeRF</a:t>
            </a:r>
            <a:endParaRPr lang="zh-TW" altLang="en-US" dirty="0"/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7059374-C5F4-0D58-F86B-B511560CFF89}"/>
              </a:ext>
            </a:extLst>
          </p:cNvPr>
          <p:cNvSpPr txBox="1"/>
          <p:nvPr/>
        </p:nvSpPr>
        <p:spPr>
          <a:xfrm>
            <a:off x="5967932" y="4996188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(b) 3D GS</a:t>
            </a:r>
            <a:endParaRPr lang="zh-TW" altLang="en-US" dirty="0"/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71AF17E0-9B4F-3722-17F1-020E29F88CED}"/>
              </a:ext>
            </a:extLst>
          </p:cNvPr>
          <p:cNvSpPr/>
          <p:nvPr/>
        </p:nvSpPr>
        <p:spPr>
          <a:xfrm rot="20906028">
            <a:off x="5199462" y="3480673"/>
            <a:ext cx="676938" cy="288939"/>
          </a:xfrm>
          <a:prstGeom prst="ellipse">
            <a:avLst/>
          </a:prstGeom>
          <a:noFill/>
          <a:ln>
            <a:solidFill>
              <a:srgbClr val="0F4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74F00991-B2E8-0948-4E4F-BF5C1D205D66}"/>
              </a:ext>
            </a:extLst>
          </p:cNvPr>
          <p:cNvSpPr/>
          <p:nvPr/>
        </p:nvSpPr>
        <p:spPr>
          <a:xfrm rot="18161813">
            <a:off x="5586706" y="3806840"/>
            <a:ext cx="676938" cy="288939"/>
          </a:xfrm>
          <a:prstGeom prst="ellipse">
            <a:avLst/>
          </a:prstGeom>
          <a:noFill/>
          <a:ln>
            <a:solidFill>
              <a:srgbClr val="3B3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95679398-5D56-75C0-7A6C-7292A9FAA48A}"/>
              </a:ext>
            </a:extLst>
          </p:cNvPr>
          <p:cNvSpPr/>
          <p:nvPr/>
        </p:nvSpPr>
        <p:spPr>
          <a:xfrm>
            <a:off x="5161635" y="3891355"/>
            <a:ext cx="385911" cy="399080"/>
          </a:xfrm>
          <a:prstGeom prst="ellipse">
            <a:avLst/>
          </a:prstGeom>
          <a:noFill/>
          <a:ln>
            <a:solidFill>
              <a:srgbClr val="F712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908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04AF-761C-5C3A-43BD-4CC6148D1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C06E5E-64C7-78F6-41D7-0C724DA8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4D10F15-4452-E060-63EE-42018A89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81008B58-1042-405E-6B8D-7E18853C2184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28DCB6F4-79AF-547A-260D-B555AFCAFECB}"/>
              </a:ext>
            </a:extLst>
          </p:cNvPr>
          <p:cNvSpPr>
            <a:spLocks noGrp="1"/>
          </p:cNvSpPr>
          <p:nvPr/>
        </p:nvSpPr>
        <p:spPr bwMode="auto">
          <a:xfrm>
            <a:off x="315146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57118A-C755-4315-3ADC-EC913D0D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79A1CB1-6208-E27B-A569-5D28BFE48D6F}"/>
              </a:ext>
            </a:extLst>
          </p:cNvPr>
          <p:cNvSpPr>
            <a:spLocks noGrp="1"/>
          </p:cNvSpPr>
          <p:nvPr/>
        </p:nvSpPr>
        <p:spPr bwMode="auto">
          <a:xfrm>
            <a:off x="310268" y="1052736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5C69725E-AEB8-67B7-D178-B15A4CE1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79705E9-F194-DA39-299C-7D8786766324}"/>
              </a:ext>
            </a:extLst>
          </p:cNvPr>
          <p:cNvSpPr/>
          <p:nvPr/>
        </p:nvSpPr>
        <p:spPr>
          <a:xfrm>
            <a:off x="310268" y="1014458"/>
            <a:ext cx="8633706" cy="27193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1FA913A-FCA1-6302-94A8-56BAC83B32E0}"/>
              </a:ext>
            </a:extLst>
          </p:cNvPr>
          <p:cNvSpPr txBox="1"/>
          <p:nvPr/>
        </p:nvSpPr>
        <p:spPr>
          <a:xfrm>
            <a:off x="512760" y="954690"/>
            <a:ext cx="945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endParaRPr lang="zh-TW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4F80463-2E14-EF75-B833-F961F162E931}"/>
              </a:ext>
            </a:extLst>
          </p:cNvPr>
          <p:cNvSpPr/>
          <p:nvPr/>
        </p:nvSpPr>
        <p:spPr>
          <a:xfrm>
            <a:off x="1449408" y="1345739"/>
            <a:ext cx="3054013" cy="10305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852539B-2859-3DD6-A7F5-2AF21EDC042A}"/>
              </a:ext>
            </a:extLst>
          </p:cNvPr>
          <p:cNvSpPr txBox="1"/>
          <p:nvPr/>
        </p:nvSpPr>
        <p:spPr>
          <a:xfrm>
            <a:off x="1461440" y="1328675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GS Training</a:t>
            </a:r>
            <a:endParaRPr lang="zh-TW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16994C01-D4FA-FE9A-7E33-650027B28518}"/>
              </a:ext>
            </a:extLst>
          </p:cNvPr>
          <p:cNvCxnSpPr>
            <a:cxnSpLocks/>
          </p:cNvCxnSpPr>
          <p:nvPr/>
        </p:nvCxnSpPr>
        <p:spPr>
          <a:xfrm flipV="1">
            <a:off x="1498213" y="1670233"/>
            <a:ext cx="675626" cy="4525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3D 模型 36" descr="Ellipsoid">
                <a:extLst>
                  <a:ext uri="{FF2B5EF4-FFF2-40B4-BE49-F238E27FC236}">
                    <a16:creationId xmlns:a16="http://schemas.microsoft.com/office/drawing/2014/main" id="{4D4B8B86-BF71-E8DE-33E0-30A3F3289C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2826449"/>
                  </p:ext>
                </p:extLst>
              </p:nvPr>
            </p:nvGraphicFramePr>
            <p:xfrm rot="20743593">
              <a:off x="1713163" y="1853710"/>
              <a:ext cx="219462" cy="127057"/>
            </p:xfrm>
            <a:graphic>
              <a:graphicData uri="http://schemas.microsoft.com/office/drawing/2017/model3d">
                <am3d:model3d r:embed="rId2">
                  <am3d:spPr>
                    <a:xfrm rot="20743593">
                      <a:off x="0" y="0"/>
                      <a:ext cx="219462" cy="127057"/>
                    </a:xfrm>
                    <a:prstGeom prst="rect">
                      <a:avLst/>
                    </a:prstGeom>
                  </am3d:spPr>
                  <am3d:camera>
                    <am3d:pos x="0" y="0" z="707139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38416" d="1000000"/>
                    <am3d:preTrans dx="0" dy="-91816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77183" ay="-677395" az="5437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60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3D 模型 36" descr="Ellipsoid">
                <a:extLst>
                  <a:ext uri="{FF2B5EF4-FFF2-40B4-BE49-F238E27FC236}">
                    <a16:creationId xmlns:a16="http://schemas.microsoft.com/office/drawing/2014/main" id="{4D4B8B86-BF71-E8DE-33E0-30A3F3289C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0743593">
                <a:off x="1713163" y="1853710"/>
                <a:ext cx="219462" cy="1270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3D 模型 37" descr="Red Sphere">
                <a:extLst>
                  <a:ext uri="{FF2B5EF4-FFF2-40B4-BE49-F238E27FC236}">
                    <a16:creationId xmlns:a16="http://schemas.microsoft.com/office/drawing/2014/main" id="{F47ED61C-7A25-0AD1-E407-C27B4BA2C9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20735274"/>
                  </p:ext>
                </p:extLst>
              </p:nvPr>
            </p:nvGraphicFramePr>
            <p:xfrm>
              <a:off x="1532876" y="1903589"/>
              <a:ext cx="240630" cy="24063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40630" cy="240630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4126011" ay="-2382673" az="-3521716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657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3D 模型 37" descr="Red Sphere">
                <a:extLst>
                  <a:ext uri="{FF2B5EF4-FFF2-40B4-BE49-F238E27FC236}">
                    <a16:creationId xmlns:a16="http://schemas.microsoft.com/office/drawing/2014/main" id="{F47ED61C-7A25-0AD1-E407-C27B4BA2C9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2876" y="1903589"/>
                <a:ext cx="240630" cy="240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0" name="3D 模型 49" descr="Dark Gray Ellipsoid">
                <a:extLst>
                  <a:ext uri="{FF2B5EF4-FFF2-40B4-BE49-F238E27FC236}">
                    <a16:creationId xmlns:a16="http://schemas.microsoft.com/office/drawing/2014/main" id="{417B2993-505E-2C48-6546-A91E3B28407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78543060"/>
                  </p:ext>
                </p:extLst>
              </p:nvPr>
            </p:nvGraphicFramePr>
            <p:xfrm rot="17627656">
              <a:off x="1891029" y="1706330"/>
              <a:ext cx="230564" cy="131397"/>
            </p:xfrm>
            <a:graphic>
              <a:graphicData uri="http://schemas.microsoft.com/office/drawing/2017/model3d">
                <am3d:model3d r:embed="rId6">
                  <am3d:spPr>
                    <a:xfrm rot="17627656">
                      <a:off x="0" y="0"/>
                      <a:ext cx="230564" cy="131397"/>
                    </a:xfrm>
                    <a:prstGeom prst="rect">
                      <a:avLst/>
                    </a:prstGeom>
                  </am3d:spPr>
                  <am3d:camera>
                    <am3d:pos x="0" y="0" z="707139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38416" d="1000000"/>
                    <am3d:preTrans dx="0" dy="-91816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23107" ay="-1479079" az="93164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2973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0" name="3D 模型 49" descr="Dark Gray Ellipsoid">
                <a:extLst>
                  <a:ext uri="{FF2B5EF4-FFF2-40B4-BE49-F238E27FC236}">
                    <a16:creationId xmlns:a16="http://schemas.microsoft.com/office/drawing/2014/main" id="{417B2993-505E-2C48-6546-A91E3B2840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7627656">
                <a:off x="1891029" y="1706330"/>
                <a:ext cx="230564" cy="131397"/>
              </a:xfrm>
              <a:prstGeom prst="rect">
                <a:avLst/>
              </a:prstGeom>
            </p:spPr>
          </p:pic>
        </mc:Fallback>
      </mc:AlternateContent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0CC6D64C-5C56-05B3-6D85-2F8CEF7C33B4}"/>
              </a:ext>
            </a:extLst>
          </p:cNvPr>
          <p:cNvCxnSpPr/>
          <p:nvPr/>
        </p:nvCxnSpPr>
        <p:spPr>
          <a:xfrm>
            <a:off x="2028457" y="1932544"/>
            <a:ext cx="29555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1C86A597-373B-6D37-6ED7-DADDD9378F24}"/>
              </a:ext>
            </a:extLst>
          </p:cNvPr>
          <p:cNvSpPr/>
          <p:nvPr/>
        </p:nvSpPr>
        <p:spPr>
          <a:xfrm>
            <a:off x="2323701" y="1717057"/>
            <a:ext cx="675626" cy="4309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Splatting</a:t>
            </a:r>
            <a:endParaRPr lang="zh-TW" alt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248C7146-36B8-DD31-CEB9-59691DB91D11}"/>
              </a:ext>
            </a:extLst>
          </p:cNvPr>
          <p:cNvCxnSpPr>
            <a:cxnSpLocks/>
            <a:endCxn id="58" idx="5"/>
          </p:cNvCxnSpPr>
          <p:nvPr/>
        </p:nvCxnSpPr>
        <p:spPr>
          <a:xfrm flipV="1">
            <a:off x="2999327" y="1937859"/>
            <a:ext cx="272382" cy="2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平行四邊形 57">
            <a:extLst>
              <a:ext uri="{FF2B5EF4-FFF2-40B4-BE49-F238E27FC236}">
                <a16:creationId xmlns:a16="http://schemas.microsoft.com/office/drawing/2014/main" id="{39C65960-5CD3-F9A6-E47D-6BF39E04DD09}"/>
              </a:ext>
            </a:extLst>
          </p:cNvPr>
          <p:cNvSpPr/>
          <p:nvPr/>
        </p:nvSpPr>
        <p:spPr>
          <a:xfrm>
            <a:off x="3219764" y="1730079"/>
            <a:ext cx="465790" cy="41556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3ADD3E8C-9866-8E98-06D5-035AB48392D9}"/>
              </a:ext>
            </a:extLst>
          </p:cNvPr>
          <p:cNvCxnSpPr>
            <a:cxnSpLocks/>
            <a:stCxn id="58" idx="5"/>
            <a:endCxn id="58" idx="2"/>
          </p:cNvCxnSpPr>
          <p:nvPr/>
        </p:nvCxnSpPr>
        <p:spPr>
          <a:xfrm>
            <a:off x="3271709" y="1937859"/>
            <a:ext cx="361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216E24B9-A2B9-889C-7BB6-4ED864E0AD43}"/>
              </a:ext>
            </a:extLst>
          </p:cNvPr>
          <p:cNvCxnSpPr>
            <a:cxnSpLocks/>
            <a:stCxn id="58" idx="3"/>
            <a:endCxn id="58" idx="1"/>
          </p:cNvCxnSpPr>
          <p:nvPr/>
        </p:nvCxnSpPr>
        <p:spPr>
          <a:xfrm flipV="1">
            <a:off x="3400714" y="1730079"/>
            <a:ext cx="103890" cy="415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線單箭頭接點 104">
            <a:extLst>
              <a:ext uri="{FF2B5EF4-FFF2-40B4-BE49-F238E27FC236}">
                <a16:creationId xmlns:a16="http://schemas.microsoft.com/office/drawing/2014/main" id="{A1D0E6C6-C8C2-61B8-EF62-D55F682424CE}"/>
              </a:ext>
            </a:extLst>
          </p:cNvPr>
          <p:cNvCxnSpPr>
            <a:cxnSpLocks/>
          </p:cNvCxnSpPr>
          <p:nvPr/>
        </p:nvCxnSpPr>
        <p:spPr>
          <a:xfrm>
            <a:off x="3640931" y="1933575"/>
            <a:ext cx="3952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平行四邊形 105">
            <a:extLst>
              <a:ext uri="{FF2B5EF4-FFF2-40B4-BE49-F238E27FC236}">
                <a16:creationId xmlns:a16="http://schemas.microsoft.com/office/drawing/2014/main" id="{F67DD590-F824-BED9-BD69-44E28896C40B}"/>
              </a:ext>
            </a:extLst>
          </p:cNvPr>
          <p:cNvSpPr/>
          <p:nvPr/>
        </p:nvSpPr>
        <p:spPr>
          <a:xfrm>
            <a:off x="3993554" y="1733694"/>
            <a:ext cx="465790" cy="41556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1ED8E6C1-F530-D3E6-A535-BC94F5202F00}"/>
              </a:ext>
            </a:extLst>
          </p:cNvPr>
          <p:cNvSpPr txBox="1"/>
          <p:nvPr/>
        </p:nvSpPr>
        <p:spPr>
          <a:xfrm>
            <a:off x="3993730" y="1750740"/>
            <a:ext cx="457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</a:p>
          <a:p>
            <a:pPr algn="ctr"/>
            <a:r>
              <a:rPr lang="en-US" altLang="zh-TW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TW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0EBA0D46-16E1-AFAD-EECB-1042E2BE8FE5}"/>
              </a:ext>
            </a:extLst>
          </p:cNvPr>
          <p:cNvSpPr/>
          <p:nvPr/>
        </p:nvSpPr>
        <p:spPr>
          <a:xfrm>
            <a:off x="1431464" y="2558655"/>
            <a:ext cx="3707003" cy="10305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FFC6A40D-6D2B-76AA-91B6-65CD3C8788E6}"/>
              </a:ext>
            </a:extLst>
          </p:cNvPr>
          <p:cNvSpPr txBox="1"/>
          <p:nvPr/>
        </p:nvSpPr>
        <p:spPr>
          <a:xfrm>
            <a:off x="1421714" y="2515386"/>
            <a:ext cx="10903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NeRF Training</a:t>
            </a:r>
            <a:endParaRPr lang="zh-TW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梯形 109">
            <a:extLst>
              <a:ext uri="{FF2B5EF4-FFF2-40B4-BE49-F238E27FC236}">
                <a16:creationId xmlns:a16="http://schemas.microsoft.com/office/drawing/2014/main" id="{8FFDC6A5-44E9-AF5D-120C-DC59BDA119B5}"/>
              </a:ext>
            </a:extLst>
          </p:cNvPr>
          <p:cNvSpPr/>
          <p:nvPr/>
        </p:nvSpPr>
        <p:spPr>
          <a:xfrm rot="5400000">
            <a:off x="2051033" y="2941831"/>
            <a:ext cx="687807" cy="449177"/>
          </a:xfrm>
          <a:prstGeom prst="trapezoi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FE068224-97B9-CADD-52DB-1B9C01B9D627}"/>
              </a:ext>
            </a:extLst>
          </p:cNvPr>
          <p:cNvSpPr/>
          <p:nvPr/>
        </p:nvSpPr>
        <p:spPr>
          <a:xfrm>
            <a:off x="2425934" y="2979066"/>
            <a:ext cx="113383" cy="40679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1E91DCAB-C5C3-2E35-4781-D14248330347}"/>
                  </a:ext>
                </a:extLst>
              </p:cNvPr>
              <p:cNvSpPr txBox="1"/>
              <p:nvPr/>
            </p:nvSpPr>
            <p:spPr>
              <a:xfrm>
                <a:off x="2593810" y="2937478"/>
                <a:ext cx="36240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05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TW" altLang="en-US" sz="105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1E91DCAB-C5C3-2E35-4781-D14248330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810" y="2937478"/>
                <a:ext cx="362407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直線單箭頭接點 122">
            <a:extLst>
              <a:ext uri="{FF2B5EF4-FFF2-40B4-BE49-F238E27FC236}">
                <a16:creationId xmlns:a16="http://schemas.microsoft.com/office/drawing/2014/main" id="{8F9F6CDB-86A9-70D1-BBA3-160F5EA5A338}"/>
              </a:ext>
            </a:extLst>
          </p:cNvPr>
          <p:cNvCxnSpPr>
            <a:cxnSpLocks/>
          </p:cNvCxnSpPr>
          <p:nvPr/>
        </p:nvCxnSpPr>
        <p:spPr>
          <a:xfrm flipV="1">
            <a:off x="1459735" y="2798279"/>
            <a:ext cx="630732" cy="5226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橢圓 135">
            <a:extLst>
              <a:ext uri="{FF2B5EF4-FFF2-40B4-BE49-F238E27FC236}">
                <a16:creationId xmlns:a16="http://schemas.microsoft.com/office/drawing/2014/main" id="{F3677401-FA9B-530F-780B-E80CC840565F}"/>
              </a:ext>
            </a:extLst>
          </p:cNvPr>
          <p:cNvSpPr/>
          <p:nvPr/>
        </p:nvSpPr>
        <p:spPr>
          <a:xfrm>
            <a:off x="1472624" y="3202411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69B8F12D-29CC-763D-113E-E1F5A6121B2A}"/>
              </a:ext>
            </a:extLst>
          </p:cNvPr>
          <p:cNvSpPr/>
          <p:nvPr/>
        </p:nvSpPr>
        <p:spPr>
          <a:xfrm>
            <a:off x="1609081" y="3090957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4EB85B99-A83B-E112-0C85-2840863C8077}"/>
              </a:ext>
            </a:extLst>
          </p:cNvPr>
          <p:cNvSpPr/>
          <p:nvPr/>
        </p:nvSpPr>
        <p:spPr>
          <a:xfrm>
            <a:off x="1761151" y="2977736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CF20881D-9EDE-A7E1-A0E0-C01F6F88CAF3}"/>
              </a:ext>
            </a:extLst>
          </p:cNvPr>
          <p:cNvSpPr/>
          <p:nvPr/>
        </p:nvSpPr>
        <p:spPr>
          <a:xfrm>
            <a:off x="1879197" y="2873554"/>
            <a:ext cx="99986" cy="1143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4" name="直線單箭頭接點 143">
            <a:extLst>
              <a:ext uri="{FF2B5EF4-FFF2-40B4-BE49-F238E27FC236}">
                <a16:creationId xmlns:a16="http://schemas.microsoft.com/office/drawing/2014/main" id="{E7BA6C94-4D37-8F1B-263C-597DFC021078}"/>
              </a:ext>
            </a:extLst>
          </p:cNvPr>
          <p:cNvCxnSpPr/>
          <p:nvPr/>
        </p:nvCxnSpPr>
        <p:spPr>
          <a:xfrm>
            <a:off x="1874793" y="3172476"/>
            <a:ext cx="29555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線單箭頭接點 148">
            <a:extLst>
              <a:ext uri="{FF2B5EF4-FFF2-40B4-BE49-F238E27FC236}">
                <a16:creationId xmlns:a16="http://schemas.microsoft.com/office/drawing/2014/main" id="{8D28B958-D71A-C22F-8CDF-639059C3E299}"/>
              </a:ext>
            </a:extLst>
          </p:cNvPr>
          <p:cNvCxnSpPr>
            <a:cxnSpLocks/>
          </p:cNvCxnSpPr>
          <p:nvPr/>
        </p:nvCxnSpPr>
        <p:spPr>
          <a:xfrm>
            <a:off x="2634359" y="3162306"/>
            <a:ext cx="29555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矩形 150">
            <a:extLst>
              <a:ext uri="{FF2B5EF4-FFF2-40B4-BE49-F238E27FC236}">
                <a16:creationId xmlns:a16="http://schemas.microsoft.com/office/drawing/2014/main" id="{8EA0C892-A6FA-9E53-20AD-1D8D80FB6BBE}"/>
              </a:ext>
            </a:extLst>
          </p:cNvPr>
          <p:cNvSpPr/>
          <p:nvPr/>
        </p:nvSpPr>
        <p:spPr>
          <a:xfrm>
            <a:off x="2234517" y="2979934"/>
            <a:ext cx="117449" cy="40679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F871597E-C6BF-DD95-3EF6-5EDEA4451A6B}"/>
                  </a:ext>
                </a:extLst>
              </p:cNvPr>
              <p:cNvSpPr txBox="1"/>
              <p:nvPr/>
            </p:nvSpPr>
            <p:spPr>
              <a:xfrm>
                <a:off x="2131663" y="3034886"/>
                <a:ext cx="508473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050" b="1" i="1" smtClean="0">
                          <a:latin typeface="Cambria Math" panose="02040503050406030204" pitchFamily="18" charset="0"/>
                        </a:rPr>
                        <m:t>𝑴𝑳𝑷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F871597E-C6BF-DD95-3EF6-5EDEA4451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663" y="3034886"/>
                <a:ext cx="508473" cy="2539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DAB192E-BE1A-E2E7-8DD2-D1DD9C3F4E05}"/>
              </a:ext>
            </a:extLst>
          </p:cNvPr>
          <p:cNvSpPr/>
          <p:nvPr/>
        </p:nvSpPr>
        <p:spPr>
          <a:xfrm>
            <a:off x="2939664" y="2954802"/>
            <a:ext cx="675626" cy="4309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Rendering</a:t>
            </a:r>
            <a:endParaRPr lang="zh-TW" altLang="en-US" sz="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6" name="直線單箭頭接點 155">
            <a:extLst>
              <a:ext uri="{FF2B5EF4-FFF2-40B4-BE49-F238E27FC236}">
                <a16:creationId xmlns:a16="http://schemas.microsoft.com/office/drawing/2014/main" id="{BF02468B-5383-DA05-4B15-0CC800AAAFD2}"/>
              </a:ext>
            </a:extLst>
          </p:cNvPr>
          <p:cNvCxnSpPr/>
          <p:nvPr/>
        </p:nvCxnSpPr>
        <p:spPr>
          <a:xfrm>
            <a:off x="3615632" y="3147773"/>
            <a:ext cx="29555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平行四邊形 156">
            <a:extLst>
              <a:ext uri="{FF2B5EF4-FFF2-40B4-BE49-F238E27FC236}">
                <a16:creationId xmlns:a16="http://schemas.microsoft.com/office/drawing/2014/main" id="{BB315C62-5AFB-9484-C5EE-A3A2647760F0}"/>
              </a:ext>
            </a:extLst>
          </p:cNvPr>
          <p:cNvSpPr/>
          <p:nvPr/>
        </p:nvSpPr>
        <p:spPr>
          <a:xfrm>
            <a:off x="3876174" y="2939771"/>
            <a:ext cx="465790" cy="41556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3" name="直線單箭頭接點 162">
            <a:extLst>
              <a:ext uri="{FF2B5EF4-FFF2-40B4-BE49-F238E27FC236}">
                <a16:creationId xmlns:a16="http://schemas.microsoft.com/office/drawing/2014/main" id="{2243C486-91FA-0D74-B84A-E3107402FB0C}"/>
              </a:ext>
            </a:extLst>
          </p:cNvPr>
          <p:cNvCxnSpPr>
            <a:cxnSpLocks/>
          </p:cNvCxnSpPr>
          <p:nvPr/>
        </p:nvCxnSpPr>
        <p:spPr>
          <a:xfrm>
            <a:off x="4292187" y="3142942"/>
            <a:ext cx="372682" cy="3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平行四邊形 163">
            <a:extLst>
              <a:ext uri="{FF2B5EF4-FFF2-40B4-BE49-F238E27FC236}">
                <a16:creationId xmlns:a16="http://schemas.microsoft.com/office/drawing/2014/main" id="{5DB9DCB2-CD72-3603-2F34-F4CEF2F72343}"/>
              </a:ext>
            </a:extLst>
          </p:cNvPr>
          <p:cNvSpPr/>
          <p:nvPr/>
        </p:nvSpPr>
        <p:spPr>
          <a:xfrm>
            <a:off x="4609859" y="2943386"/>
            <a:ext cx="465790" cy="41556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文字方塊 164">
            <a:extLst>
              <a:ext uri="{FF2B5EF4-FFF2-40B4-BE49-F238E27FC236}">
                <a16:creationId xmlns:a16="http://schemas.microsoft.com/office/drawing/2014/main" id="{521A09D8-691D-91DA-50E7-B8FC8019A0DB}"/>
              </a:ext>
            </a:extLst>
          </p:cNvPr>
          <p:cNvSpPr txBox="1"/>
          <p:nvPr/>
        </p:nvSpPr>
        <p:spPr>
          <a:xfrm>
            <a:off x="4607308" y="2981889"/>
            <a:ext cx="457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</a:p>
          <a:p>
            <a:pPr algn="ctr"/>
            <a:r>
              <a:rPr lang="en-US" altLang="zh-TW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TW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直線接點 166">
            <a:extLst>
              <a:ext uri="{FF2B5EF4-FFF2-40B4-BE49-F238E27FC236}">
                <a16:creationId xmlns:a16="http://schemas.microsoft.com/office/drawing/2014/main" id="{01F0E82A-67DE-5BE4-9464-0EFFD703E779}"/>
              </a:ext>
            </a:extLst>
          </p:cNvPr>
          <p:cNvCxnSpPr>
            <a:cxnSpLocks/>
          </p:cNvCxnSpPr>
          <p:nvPr/>
        </p:nvCxnSpPr>
        <p:spPr>
          <a:xfrm>
            <a:off x="3928119" y="3146740"/>
            <a:ext cx="361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B4EC9D9B-1415-CE11-68F0-01E158CCA0C4}"/>
              </a:ext>
            </a:extLst>
          </p:cNvPr>
          <p:cNvCxnSpPr>
            <a:cxnSpLocks/>
          </p:cNvCxnSpPr>
          <p:nvPr/>
        </p:nvCxnSpPr>
        <p:spPr>
          <a:xfrm flipV="1">
            <a:off x="4046392" y="2939771"/>
            <a:ext cx="103890" cy="415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7" name="圖片 176">
            <a:extLst>
              <a:ext uri="{FF2B5EF4-FFF2-40B4-BE49-F238E27FC236}">
                <a16:creationId xmlns:a16="http://schemas.microsoft.com/office/drawing/2014/main" id="{859641B7-3828-0B06-8ED9-40C1B0FE06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402" b="89744" l="9770" r="94253">
                        <a14:foregroundMark x1="16092" y1="14530" x2="23563" y2="26496"/>
                        <a14:foregroundMark x1="14368" y1="74359" x2="14368" y2="79487"/>
                        <a14:foregroundMark x1="41379" y1="76923" x2="36782" y2="78632"/>
                        <a14:foregroundMark x1="63793" y1="77778" x2="60920" y2="79487"/>
                        <a14:foregroundMark x1="58621" y1="46154" x2="60920" y2="43590"/>
                        <a14:foregroundMark x1="59195" y1="22222" x2="62644" y2="30769"/>
                        <a14:foregroundMark x1="57471" y1="16239" x2="57471" y2="16239"/>
                        <a14:foregroundMark x1="78736" y1="16239" x2="78736" y2="16239"/>
                        <a14:foregroundMark x1="85057" y1="79487" x2="85057" y2="79487"/>
                        <a14:foregroundMark x1="86782" y1="73504" x2="86782" y2="73504"/>
                        <a14:foregroundMark x1="94253" y1="70940" x2="87931" y2="88889"/>
                        <a14:foregroundMark x1="40230" y1="42735" x2="37931" y2="470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09908" y="3002512"/>
            <a:ext cx="382279" cy="257049"/>
          </a:xfrm>
          <a:prstGeom prst="rect">
            <a:avLst/>
          </a:prstGeom>
        </p:spPr>
      </p:pic>
      <p:pic>
        <p:nvPicPr>
          <p:cNvPr id="178" name="圖片 177">
            <a:extLst>
              <a:ext uri="{FF2B5EF4-FFF2-40B4-BE49-F238E27FC236}">
                <a16:creationId xmlns:a16="http://schemas.microsoft.com/office/drawing/2014/main" id="{23FAFDF9-3C89-D662-8109-B8B158890D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402" b="89744" l="9770" r="94253">
                        <a14:foregroundMark x1="16092" y1="14530" x2="23563" y2="26496"/>
                        <a14:foregroundMark x1="14368" y1="74359" x2="14368" y2="79487"/>
                        <a14:foregroundMark x1="41379" y1="76923" x2="36782" y2="78632"/>
                        <a14:foregroundMark x1="63793" y1="77778" x2="60920" y2="79487"/>
                        <a14:foregroundMark x1="58621" y1="46154" x2="60920" y2="43590"/>
                        <a14:foregroundMark x1="59195" y1="22222" x2="62644" y2="30769"/>
                        <a14:foregroundMark x1="57471" y1="16239" x2="57471" y2="16239"/>
                        <a14:foregroundMark x1="78736" y1="16239" x2="78736" y2="16239"/>
                        <a14:foregroundMark x1="85057" y1="79487" x2="85057" y2="79487"/>
                        <a14:foregroundMark x1="86782" y1="73504" x2="86782" y2="73504"/>
                        <a14:foregroundMark x1="94253" y1="70940" x2="87931" y2="88889"/>
                        <a14:foregroundMark x1="40230" y1="42735" x2="37931" y2="470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67912" y="1782123"/>
            <a:ext cx="382279" cy="257049"/>
          </a:xfrm>
          <a:prstGeom prst="rect">
            <a:avLst/>
          </a:prstGeom>
        </p:spPr>
      </p:pic>
      <p:sp>
        <p:nvSpPr>
          <p:cNvPr id="226" name="矩形: 圓角 225">
            <a:extLst>
              <a:ext uri="{FF2B5EF4-FFF2-40B4-BE49-F238E27FC236}">
                <a16:creationId xmlns:a16="http://schemas.microsoft.com/office/drawing/2014/main" id="{E9ACB733-BABD-D35D-A633-C142A3172ABA}"/>
              </a:ext>
            </a:extLst>
          </p:cNvPr>
          <p:cNvSpPr/>
          <p:nvPr/>
        </p:nvSpPr>
        <p:spPr>
          <a:xfrm rot="5400000">
            <a:off x="-314272" y="2056935"/>
            <a:ext cx="2310929" cy="7934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76" name="圖片 175">
            <a:extLst>
              <a:ext uri="{FF2B5EF4-FFF2-40B4-BE49-F238E27FC236}">
                <a16:creationId xmlns:a16="http://schemas.microsoft.com/office/drawing/2014/main" id="{E83E08E6-C0E8-924E-D339-10EDBC6BBA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402" b="89744" l="9770" r="94253">
                        <a14:foregroundMark x1="16092" y1="14530" x2="23563" y2="26496"/>
                        <a14:foregroundMark x1="14368" y1="74359" x2="14368" y2="79487"/>
                        <a14:foregroundMark x1="41379" y1="76923" x2="36782" y2="78632"/>
                        <a14:foregroundMark x1="63793" y1="77778" x2="60920" y2="79487"/>
                        <a14:foregroundMark x1="58621" y1="46154" x2="60920" y2="43590"/>
                        <a14:foregroundMark x1="59195" y1="22222" x2="62644" y2="30769"/>
                        <a14:foregroundMark x1="57471" y1="16239" x2="57471" y2="16239"/>
                        <a14:foregroundMark x1="78736" y1="16239" x2="78736" y2="16239"/>
                        <a14:foregroundMark x1="85057" y1="79487" x2="85057" y2="79487"/>
                        <a14:foregroundMark x1="86782" y1="73504" x2="86782" y2="73504"/>
                        <a14:foregroundMark x1="94253" y1="70940" x2="87931" y2="88889"/>
                        <a14:foregroundMark x1="40230" y1="42735" x2="37931" y2="470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1479" y="1984041"/>
            <a:ext cx="696527" cy="468354"/>
          </a:xfrm>
          <a:prstGeom prst="rect">
            <a:avLst/>
          </a:prstGeom>
        </p:spPr>
      </p:pic>
      <p:pic>
        <p:nvPicPr>
          <p:cNvPr id="180" name="圖片 179">
            <a:extLst>
              <a:ext uri="{FF2B5EF4-FFF2-40B4-BE49-F238E27FC236}">
                <a16:creationId xmlns:a16="http://schemas.microsoft.com/office/drawing/2014/main" id="{70AF5341-8A59-BC9B-4CBE-B29879C693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524" b="92381" l="9453" r="92040">
                        <a14:foregroundMark x1="37313" y1="30476" x2="37313" y2="30476"/>
                        <a14:foregroundMark x1="37313" y1="30476" x2="39801" y2="73333"/>
                        <a14:foregroundMark x1="40299" y1="27619" x2="42289" y2="29524"/>
                        <a14:foregroundMark x1="37313" y1="27619" x2="35821" y2="26667"/>
                        <a14:foregroundMark x1="40299" y1="27619" x2="43284" y2="31429"/>
                        <a14:foregroundMark x1="37313" y1="90476" x2="45274" y2="90476"/>
                        <a14:foregroundMark x1="54726" y1="26667" x2="63184" y2="76190"/>
                        <a14:foregroundMark x1="63184" y1="76190" x2="57711" y2="29524"/>
                        <a14:foregroundMark x1="74129" y1="26667" x2="85075" y2="77143"/>
                        <a14:foregroundMark x1="85075" y1="77143" x2="74627" y2="23810"/>
                        <a14:foregroundMark x1="92537" y1="79048" x2="92040" y2="68571"/>
                        <a14:foregroundMark x1="37313" y1="92381" x2="42786" y2="87619"/>
                        <a14:foregroundMark x1="63682" y1="82857" x2="67164" y2="8476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2617" y="2753531"/>
            <a:ext cx="852922" cy="445557"/>
          </a:xfrm>
          <a:prstGeom prst="rect">
            <a:avLst/>
          </a:prstGeom>
        </p:spPr>
      </p:pic>
      <p:pic>
        <p:nvPicPr>
          <p:cNvPr id="189" name="圖片 188">
            <a:extLst>
              <a:ext uri="{FF2B5EF4-FFF2-40B4-BE49-F238E27FC236}">
                <a16:creationId xmlns:a16="http://schemas.microsoft.com/office/drawing/2014/main" id="{7344A49A-1817-C006-76A8-2EA1B67696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882" b="89706" l="9449" r="89764">
                        <a14:foregroundMark x1="46457" y1="5882" x2="46457" y2="5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953677">
            <a:off x="424170" y="1837133"/>
            <a:ext cx="412546" cy="220890"/>
          </a:xfrm>
          <a:prstGeom prst="rect">
            <a:avLst/>
          </a:prstGeom>
        </p:spPr>
      </p:pic>
      <p:cxnSp>
        <p:nvCxnSpPr>
          <p:cNvPr id="201" name="直線單箭頭接點 200">
            <a:extLst>
              <a:ext uri="{FF2B5EF4-FFF2-40B4-BE49-F238E27FC236}">
                <a16:creationId xmlns:a16="http://schemas.microsoft.com/office/drawing/2014/main" id="{2B7C59C5-D5FF-76D5-78C2-FE1E1DA97F3D}"/>
              </a:ext>
            </a:extLst>
          </p:cNvPr>
          <p:cNvCxnSpPr>
            <a:cxnSpLocks/>
          </p:cNvCxnSpPr>
          <p:nvPr/>
        </p:nvCxnSpPr>
        <p:spPr>
          <a:xfrm>
            <a:off x="858057" y="1854363"/>
            <a:ext cx="22304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單箭頭接點 201">
            <a:extLst>
              <a:ext uri="{FF2B5EF4-FFF2-40B4-BE49-F238E27FC236}">
                <a16:creationId xmlns:a16="http://schemas.microsoft.com/office/drawing/2014/main" id="{8E672B0E-55C0-BEFA-749B-1296A52A20BD}"/>
              </a:ext>
            </a:extLst>
          </p:cNvPr>
          <p:cNvCxnSpPr>
            <a:cxnSpLocks/>
          </p:cNvCxnSpPr>
          <p:nvPr/>
        </p:nvCxnSpPr>
        <p:spPr>
          <a:xfrm flipV="1">
            <a:off x="870326" y="1631694"/>
            <a:ext cx="0" cy="2226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單箭頭接點 202">
            <a:extLst>
              <a:ext uri="{FF2B5EF4-FFF2-40B4-BE49-F238E27FC236}">
                <a16:creationId xmlns:a16="http://schemas.microsoft.com/office/drawing/2014/main" id="{C5C13705-9B73-FB40-DD0D-B2DCFC923B40}"/>
              </a:ext>
            </a:extLst>
          </p:cNvPr>
          <p:cNvCxnSpPr>
            <a:cxnSpLocks/>
          </p:cNvCxnSpPr>
          <p:nvPr/>
        </p:nvCxnSpPr>
        <p:spPr>
          <a:xfrm flipH="1">
            <a:off x="759034" y="1854363"/>
            <a:ext cx="111292" cy="1445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圖片 215">
            <a:extLst>
              <a:ext uri="{FF2B5EF4-FFF2-40B4-BE49-F238E27FC236}">
                <a16:creationId xmlns:a16="http://schemas.microsoft.com/office/drawing/2014/main" id="{F021FFAD-B6F5-1413-D96B-96390F9832A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882" b="89706" l="9449" r="89764">
                        <a14:foregroundMark x1="46457" y1="5882" x2="46457" y2="5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982015">
            <a:off x="452415" y="3296069"/>
            <a:ext cx="412546" cy="220890"/>
          </a:xfrm>
          <a:prstGeom prst="rect">
            <a:avLst/>
          </a:prstGeom>
        </p:spPr>
      </p:pic>
      <p:cxnSp>
        <p:nvCxnSpPr>
          <p:cNvPr id="217" name="直線單箭頭接點 216">
            <a:extLst>
              <a:ext uri="{FF2B5EF4-FFF2-40B4-BE49-F238E27FC236}">
                <a16:creationId xmlns:a16="http://schemas.microsoft.com/office/drawing/2014/main" id="{C87C2CA7-1A85-E3EB-703E-DD00BC0CD20B}"/>
              </a:ext>
            </a:extLst>
          </p:cNvPr>
          <p:cNvCxnSpPr>
            <a:cxnSpLocks/>
          </p:cNvCxnSpPr>
          <p:nvPr/>
        </p:nvCxnSpPr>
        <p:spPr>
          <a:xfrm flipH="1" flipV="1">
            <a:off x="880035" y="3238588"/>
            <a:ext cx="30277" cy="18863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單箭頭接點 217">
            <a:extLst>
              <a:ext uri="{FF2B5EF4-FFF2-40B4-BE49-F238E27FC236}">
                <a16:creationId xmlns:a16="http://schemas.microsoft.com/office/drawing/2014/main" id="{E7B7A60C-5C42-5BE7-37DE-1DE64F2DE70D}"/>
              </a:ext>
            </a:extLst>
          </p:cNvPr>
          <p:cNvCxnSpPr>
            <a:cxnSpLocks/>
          </p:cNvCxnSpPr>
          <p:nvPr/>
        </p:nvCxnSpPr>
        <p:spPr>
          <a:xfrm flipH="1">
            <a:off x="692882" y="3427223"/>
            <a:ext cx="229699" cy="374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單箭頭接點 218">
            <a:extLst>
              <a:ext uri="{FF2B5EF4-FFF2-40B4-BE49-F238E27FC236}">
                <a16:creationId xmlns:a16="http://schemas.microsoft.com/office/drawing/2014/main" id="{E0427A35-670C-038D-0B06-8D55A119E693}"/>
              </a:ext>
            </a:extLst>
          </p:cNvPr>
          <p:cNvCxnSpPr>
            <a:cxnSpLocks/>
          </p:cNvCxnSpPr>
          <p:nvPr/>
        </p:nvCxnSpPr>
        <p:spPr>
          <a:xfrm>
            <a:off x="922581" y="3427223"/>
            <a:ext cx="152349" cy="7300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字方塊 226">
            <a:extLst>
              <a:ext uri="{FF2B5EF4-FFF2-40B4-BE49-F238E27FC236}">
                <a16:creationId xmlns:a16="http://schemas.microsoft.com/office/drawing/2014/main" id="{585D4148-D967-BAE2-63D9-A2390DCF321A}"/>
              </a:ext>
            </a:extLst>
          </p:cNvPr>
          <p:cNvSpPr txBox="1"/>
          <p:nvPr/>
        </p:nvSpPr>
        <p:spPr>
          <a:xfrm>
            <a:off x="649202" y="2430173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/>
              <a:t>……</a:t>
            </a:r>
            <a:endParaRPr lang="zh-TW" altLang="en-US" dirty="0"/>
          </a:p>
        </p:txBody>
      </p:sp>
      <p:sp>
        <p:nvSpPr>
          <p:cNvPr id="228" name="文字方塊 227">
            <a:extLst>
              <a:ext uri="{FF2B5EF4-FFF2-40B4-BE49-F238E27FC236}">
                <a16:creationId xmlns:a16="http://schemas.microsoft.com/office/drawing/2014/main" id="{D181F1BC-3833-6E33-97A3-B02E96BD17A6}"/>
              </a:ext>
            </a:extLst>
          </p:cNvPr>
          <p:cNvSpPr txBox="1"/>
          <p:nvPr/>
        </p:nvSpPr>
        <p:spPr>
          <a:xfrm>
            <a:off x="381146" y="1312068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Multi-View RGB</a:t>
            </a:r>
          </a:p>
          <a:p>
            <a:r>
              <a:rPr lang="en-US" altLang="zh-TW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Camera Poses</a:t>
            </a:r>
            <a:endParaRPr lang="zh-TW" altLang="en-US" sz="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直線單箭頭接點 228">
            <a:extLst>
              <a:ext uri="{FF2B5EF4-FFF2-40B4-BE49-F238E27FC236}">
                <a16:creationId xmlns:a16="http://schemas.microsoft.com/office/drawing/2014/main" id="{4EBEBC03-EC85-EA3E-CDFC-8D7723BB31B4}"/>
              </a:ext>
            </a:extLst>
          </p:cNvPr>
          <p:cNvCxnSpPr>
            <a:cxnSpLocks/>
          </p:cNvCxnSpPr>
          <p:nvPr/>
        </p:nvCxnSpPr>
        <p:spPr>
          <a:xfrm>
            <a:off x="1230299" y="1854363"/>
            <a:ext cx="19895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直線單箭頭接點 230">
            <a:extLst>
              <a:ext uri="{FF2B5EF4-FFF2-40B4-BE49-F238E27FC236}">
                <a16:creationId xmlns:a16="http://schemas.microsoft.com/office/drawing/2014/main" id="{3AD8C591-8095-BFBF-73FA-14CCE57169A1}"/>
              </a:ext>
            </a:extLst>
          </p:cNvPr>
          <p:cNvCxnSpPr>
            <a:cxnSpLocks/>
          </p:cNvCxnSpPr>
          <p:nvPr/>
        </p:nvCxnSpPr>
        <p:spPr>
          <a:xfrm>
            <a:off x="1226475" y="3034886"/>
            <a:ext cx="19895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直線單箭頭接點 231">
            <a:extLst>
              <a:ext uri="{FF2B5EF4-FFF2-40B4-BE49-F238E27FC236}">
                <a16:creationId xmlns:a16="http://schemas.microsoft.com/office/drawing/2014/main" id="{5DD84465-29E6-900E-FEAA-8DC2D40A7102}"/>
              </a:ext>
            </a:extLst>
          </p:cNvPr>
          <p:cNvCxnSpPr>
            <a:cxnSpLocks/>
          </p:cNvCxnSpPr>
          <p:nvPr/>
        </p:nvCxnSpPr>
        <p:spPr>
          <a:xfrm flipV="1">
            <a:off x="4503421" y="1693977"/>
            <a:ext cx="490591" cy="69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6" name="矩形: 圓角 235">
            <a:extLst>
              <a:ext uri="{FF2B5EF4-FFF2-40B4-BE49-F238E27FC236}">
                <a16:creationId xmlns:a16="http://schemas.microsoft.com/office/drawing/2014/main" id="{F6B2A147-F9C8-0D68-CF95-301232EAA468}"/>
              </a:ext>
            </a:extLst>
          </p:cNvPr>
          <p:cNvSpPr/>
          <p:nvPr/>
        </p:nvSpPr>
        <p:spPr>
          <a:xfrm>
            <a:off x="4994012" y="1346412"/>
            <a:ext cx="3880280" cy="10305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8" name="文字方塊 237">
            <a:extLst>
              <a:ext uri="{FF2B5EF4-FFF2-40B4-BE49-F238E27FC236}">
                <a16:creationId xmlns:a16="http://schemas.microsoft.com/office/drawing/2014/main" id="{0FD570F3-CA7D-EC4E-655A-4CC86911D3E8}"/>
              </a:ext>
            </a:extLst>
          </p:cNvPr>
          <p:cNvSpPr txBox="1"/>
          <p:nvPr/>
        </p:nvSpPr>
        <p:spPr>
          <a:xfrm>
            <a:off x="4994012" y="1315932"/>
            <a:ext cx="1866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Uncertainty Training</a:t>
            </a:r>
            <a:endParaRPr lang="zh-TW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FA4A39D3-0927-8776-07F9-D4C016E7AD90}"/>
              </a:ext>
            </a:extLst>
          </p:cNvPr>
          <p:cNvSpPr/>
          <p:nvPr/>
        </p:nvSpPr>
        <p:spPr>
          <a:xfrm>
            <a:off x="5035186" y="1688102"/>
            <a:ext cx="725761" cy="4309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zh-TW" alt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文字方塊 239">
            <a:extLst>
              <a:ext uri="{FF2B5EF4-FFF2-40B4-BE49-F238E27FC236}">
                <a16:creationId xmlns:a16="http://schemas.microsoft.com/office/drawing/2014/main" id="{66F75C27-AC8C-891F-034A-96B76711802A}"/>
              </a:ext>
            </a:extLst>
          </p:cNvPr>
          <p:cNvSpPr txBox="1"/>
          <p:nvPr/>
        </p:nvSpPr>
        <p:spPr>
          <a:xfrm>
            <a:off x="4442017" y="1534716"/>
            <a:ext cx="57259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 Model</a:t>
            </a:r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5" name="直線單箭頭接點 244">
            <a:extLst>
              <a:ext uri="{FF2B5EF4-FFF2-40B4-BE49-F238E27FC236}">
                <a16:creationId xmlns:a16="http://schemas.microsoft.com/office/drawing/2014/main" id="{01B5DED2-28A0-0636-AAC1-0A4EBD630B79}"/>
              </a:ext>
            </a:extLst>
          </p:cNvPr>
          <p:cNvCxnSpPr/>
          <p:nvPr/>
        </p:nvCxnSpPr>
        <p:spPr>
          <a:xfrm>
            <a:off x="5760947" y="1902553"/>
            <a:ext cx="29555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6" name="矩形 245">
            <a:extLst>
              <a:ext uri="{FF2B5EF4-FFF2-40B4-BE49-F238E27FC236}">
                <a16:creationId xmlns:a16="http://schemas.microsoft.com/office/drawing/2014/main" id="{2A4A5D39-1125-DC14-9433-97D4947082F9}"/>
              </a:ext>
            </a:extLst>
          </p:cNvPr>
          <p:cNvSpPr/>
          <p:nvPr/>
        </p:nvSpPr>
        <p:spPr>
          <a:xfrm>
            <a:off x="6068819" y="1590286"/>
            <a:ext cx="1326724" cy="7261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47324230-67EA-3F16-9BED-AD65479ED4FE}"/>
              </a:ext>
            </a:extLst>
          </p:cNvPr>
          <p:cNvSpPr/>
          <p:nvPr/>
        </p:nvSpPr>
        <p:spPr>
          <a:xfrm>
            <a:off x="6179821" y="1800877"/>
            <a:ext cx="119489" cy="4493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4370C887-3A71-4C64-AD2F-141563D519AA}"/>
              </a:ext>
            </a:extLst>
          </p:cNvPr>
          <p:cNvSpPr/>
          <p:nvPr/>
        </p:nvSpPr>
        <p:spPr>
          <a:xfrm>
            <a:off x="7178325" y="1800877"/>
            <a:ext cx="119489" cy="4493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4E59E868-F781-30B4-BA06-8D788ED05671}"/>
              </a:ext>
            </a:extLst>
          </p:cNvPr>
          <p:cNvSpPr/>
          <p:nvPr/>
        </p:nvSpPr>
        <p:spPr>
          <a:xfrm>
            <a:off x="6378282" y="1925712"/>
            <a:ext cx="136314" cy="3140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7F554DB3-15BA-1556-B1CE-F389A234E344}"/>
              </a:ext>
            </a:extLst>
          </p:cNvPr>
          <p:cNvSpPr/>
          <p:nvPr/>
        </p:nvSpPr>
        <p:spPr>
          <a:xfrm>
            <a:off x="6935517" y="1932672"/>
            <a:ext cx="136314" cy="3140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228A4A1F-76D3-A0F8-7E67-C89689782D37}"/>
              </a:ext>
            </a:extLst>
          </p:cNvPr>
          <p:cNvSpPr/>
          <p:nvPr/>
        </p:nvSpPr>
        <p:spPr>
          <a:xfrm>
            <a:off x="6561331" y="2089056"/>
            <a:ext cx="136314" cy="1510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8EAD8003-BAAE-443D-2242-B05710E83C8F}"/>
              </a:ext>
            </a:extLst>
          </p:cNvPr>
          <p:cNvSpPr/>
          <p:nvPr/>
        </p:nvSpPr>
        <p:spPr>
          <a:xfrm>
            <a:off x="6742295" y="2088647"/>
            <a:ext cx="136314" cy="1510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3" name="直線單箭頭接點 252">
            <a:extLst>
              <a:ext uri="{FF2B5EF4-FFF2-40B4-BE49-F238E27FC236}">
                <a16:creationId xmlns:a16="http://schemas.microsoft.com/office/drawing/2014/main" id="{FE72CAB9-D541-935E-EDED-7DBE1913A07B}"/>
              </a:ext>
            </a:extLst>
          </p:cNvPr>
          <p:cNvCxnSpPr>
            <a:cxnSpLocks/>
          </p:cNvCxnSpPr>
          <p:nvPr/>
        </p:nvCxnSpPr>
        <p:spPr>
          <a:xfrm>
            <a:off x="6301011" y="1865040"/>
            <a:ext cx="884650" cy="18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直線單箭頭接點 255">
            <a:extLst>
              <a:ext uri="{FF2B5EF4-FFF2-40B4-BE49-F238E27FC236}">
                <a16:creationId xmlns:a16="http://schemas.microsoft.com/office/drawing/2014/main" id="{5FA9E3F7-44B3-6EB3-2853-83032215D807}"/>
              </a:ext>
            </a:extLst>
          </p:cNvPr>
          <p:cNvCxnSpPr>
            <a:cxnSpLocks/>
          </p:cNvCxnSpPr>
          <p:nvPr/>
        </p:nvCxnSpPr>
        <p:spPr>
          <a:xfrm flipV="1">
            <a:off x="6515100" y="1981200"/>
            <a:ext cx="426721" cy="23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9" name="文字方塊 258">
            <a:extLst>
              <a:ext uri="{FF2B5EF4-FFF2-40B4-BE49-F238E27FC236}">
                <a16:creationId xmlns:a16="http://schemas.microsoft.com/office/drawing/2014/main" id="{EFC8ABD2-4CAC-C398-2787-CD9308C6F2C3}"/>
              </a:ext>
            </a:extLst>
          </p:cNvPr>
          <p:cNvSpPr txBox="1"/>
          <p:nvPr/>
        </p:nvSpPr>
        <p:spPr>
          <a:xfrm>
            <a:off x="5992028" y="1551986"/>
            <a:ext cx="6912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Unet/MLP</a:t>
            </a:r>
            <a:endParaRPr lang="zh-TW" altLang="en-US" sz="9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0" name="直線單箭頭接點 259">
            <a:extLst>
              <a:ext uri="{FF2B5EF4-FFF2-40B4-BE49-F238E27FC236}">
                <a16:creationId xmlns:a16="http://schemas.microsoft.com/office/drawing/2014/main" id="{7CA70B73-E276-3889-42E6-055CC8259980}"/>
              </a:ext>
            </a:extLst>
          </p:cNvPr>
          <p:cNvCxnSpPr>
            <a:cxnSpLocks/>
          </p:cNvCxnSpPr>
          <p:nvPr/>
        </p:nvCxnSpPr>
        <p:spPr>
          <a:xfrm flipV="1">
            <a:off x="4491037" y="2073407"/>
            <a:ext cx="490591" cy="69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文字方塊 260">
            <a:extLst>
              <a:ext uri="{FF2B5EF4-FFF2-40B4-BE49-F238E27FC236}">
                <a16:creationId xmlns:a16="http://schemas.microsoft.com/office/drawing/2014/main" id="{2CB2CE76-6C4E-FC85-4C75-FC20D995DD38}"/>
              </a:ext>
            </a:extLst>
          </p:cNvPr>
          <p:cNvSpPr txBox="1"/>
          <p:nvPr/>
        </p:nvSpPr>
        <p:spPr>
          <a:xfrm>
            <a:off x="4428967" y="1916421"/>
            <a:ext cx="5886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Cam. Pose</a:t>
            </a:r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2" name="直線單箭頭接點 261">
            <a:extLst>
              <a:ext uri="{FF2B5EF4-FFF2-40B4-BE49-F238E27FC236}">
                <a16:creationId xmlns:a16="http://schemas.microsoft.com/office/drawing/2014/main" id="{DEDA73BE-0BED-24FC-6A66-3567E88C6ACC}"/>
              </a:ext>
            </a:extLst>
          </p:cNvPr>
          <p:cNvCxnSpPr>
            <a:cxnSpLocks/>
            <a:stCxn id="267" idx="2"/>
          </p:cNvCxnSpPr>
          <p:nvPr/>
        </p:nvCxnSpPr>
        <p:spPr>
          <a:xfrm flipV="1">
            <a:off x="8002660" y="1900238"/>
            <a:ext cx="422203" cy="49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3" name="平行四邊形 262">
            <a:extLst>
              <a:ext uri="{FF2B5EF4-FFF2-40B4-BE49-F238E27FC236}">
                <a16:creationId xmlns:a16="http://schemas.microsoft.com/office/drawing/2014/main" id="{716A5641-5EF7-CBA0-DD61-1CDC3067A752}"/>
              </a:ext>
            </a:extLst>
          </p:cNvPr>
          <p:cNvSpPr/>
          <p:nvPr/>
        </p:nvSpPr>
        <p:spPr>
          <a:xfrm>
            <a:off x="8384739" y="1690102"/>
            <a:ext cx="465790" cy="41556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文字方塊 263">
            <a:extLst>
              <a:ext uri="{FF2B5EF4-FFF2-40B4-BE49-F238E27FC236}">
                <a16:creationId xmlns:a16="http://schemas.microsoft.com/office/drawing/2014/main" id="{6DE4351B-36B0-FD4A-C971-5831EC5F2067}"/>
              </a:ext>
            </a:extLst>
          </p:cNvPr>
          <p:cNvSpPr txBox="1"/>
          <p:nvPr/>
        </p:nvSpPr>
        <p:spPr>
          <a:xfrm>
            <a:off x="8392608" y="1728605"/>
            <a:ext cx="436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SSIM</a:t>
            </a:r>
          </a:p>
          <a:p>
            <a:pPr algn="ctr"/>
            <a:r>
              <a:rPr lang="en-US" altLang="zh-TW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lang="zh-TW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5" name="直線單箭頭接點 264">
            <a:extLst>
              <a:ext uri="{FF2B5EF4-FFF2-40B4-BE49-F238E27FC236}">
                <a16:creationId xmlns:a16="http://schemas.microsoft.com/office/drawing/2014/main" id="{29A26E50-A41F-3542-D3DA-DB09EBD3DBAE}"/>
              </a:ext>
            </a:extLst>
          </p:cNvPr>
          <p:cNvCxnSpPr>
            <a:cxnSpLocks/>
          </p:cNvCxnSpPr>
          <p:nvPr/>
        </p:nvCxnSpPr>
        <p:spPr>
          <a:xfrm flipV="1">
            <a:off x="4503421" y="1888687"/>
            <a:ext cx="490591" cy="69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6" name="文字方塊 265">
            <a:extLst>
              <a:ext uri="{FF2B5EF4-FFF2-40B4-BE49-F238E27FC236}">
                <a16:creationId xmlns:a16="http://schemas.microsoft.com/office/drawing/2014/main" id="{0D5B4531-977C-E3D9-A301-472AF990DC54}"/>
              </a:ext>
            </a:extLst>
          </p:cNvPr>
          <p:cNvSpPr txBox="1"/>
          <p:nvPr/>
        </p:nvSpPr>
        <p:spPr>
          <a:xfrm>
            <a:off x="4419601" y="1732488"/>
            <a:ext cx="6511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SSIM Error</a:t>
            </a:r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平行四邊形 266">
            <a:extLst>
              <a:ext uri="{FF2B5EF4-FFF2-40B4-BE49-F238E27FC236}">
                <a16:creationId xmlns:a16="http://schemas.microsoft.com/office/drawing/2014/main" id="{CE6BFE34-A9FE-2B82-0FB5-888506CF43B9}"/>
              </a:ext>
            </a:extLst>
          </p:cNvPr>
          <p:cNvSpPr/>
          <p:nvPr/>
        </p:nvSpPr>
        <p:spPr>
          <a:xfrm>
            <a:off x="7588815" y="1697450"/>
            <a:ext cx="465790" cy="41556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8" name="直線單箭頭接點 267">
            <a:extLst>
              <a:ext uri="{FF2B5EF4-FFF2-40B4-BE49-F238E27FC236}">
                <a16:creationId xmlns:a16="http://schemas.microsoft.com/office/drawing/2014/main" id="{7BDC1DC4-F14D-7242-5E9D-8C1D73D91F91}"/>
              </a:ext>
            </a:extLst>
          </p:cNvPr>
          <p:cNvCxnSpPr>
            <a:cxnSpLocks/>
            <a:endCxn id="267" idx="5"/>
          </p:cNvCxnSpPr>
          <p:nvPr/>
        </p:nvCxnSpPr>
        <p:spPr>
          <a:xfrm>
            <a:off x="7406641" y="1905000"/>
            <a:ext cx="234119" cy="2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4" name="直線接點 273">
            <a:extLst>
              <a:ext uri="{FF2B5EF4-FFF2-40B4-BE49-F238E27FC236}">
                <a16:creationId xmlns:a16="http://schemas.microsoft.com/office/drawing/2014/main" id="{23E734C8-303D-61F4-38D6-2406AAEE992A}"/>
              </a:ext>
            </a:extLst>
          </p:cNvPr>
          <p:cNvCxnSpPr>
            <a:cxnSpLocks/>
          </p:cNvCxnSpPr>
          <p:nvPr/>
        </p:nvCxnSpPr>
        <p:spPr>
          <a:xfrm flipV="1">
            <a:off x="7755923" y="1709437"/>
            <a:ext cx="103890" cy="415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直線接點 274">
            <a:extLst>
              <a:ext uri="{FF2B5EF4-FFF2-40B4-BE49-F238E27FC236}">
                <a16:creationId xmlns:a16="http://schemas.microsoft.com/office/drawing/2014/main" id="{CBC3E581-34B5-2058-D16D-25461BAF7D46}"/>
              </a:ext>
            </a:extLst>
          </p:cNvPr>
          <p:cNvCxnSpPr>
            <a:cxnSpLocks/>
          </p:cNvCxnSpPr>
          <p:nvPr/>
        </p:nvCxnSpPr>
        <p:spPr>
          <a:xfrm>
            <a:off x="7632354" y="1898347"/>
            <a:ext cx="361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6" name="平行四邊形 275">
            <a:extLst>
              <a:ext uri="{FF2B5EF4-FFF2-40B4-BE49-F238E27FC236}">
                <a16:creationId xmlns:a16="http://schemas.microsoft.com/office/drawing/2014/main" id="{2C1200B7-340F-AE42-CEF1-68109C790D1E}"/>
              </a:ext>
            </a:extLst>
          </p:cNvPr>
          <p:cNvSpPr/>
          <p:nvPr/>
        </p:nvSpPr>
        <p:spPr>
          <a:xfrm>
            <a:off x="7643485" y="1699773"/>
            <a:ext cx="220355" cy="18932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平行四邊形 276">
            <a:extLst>
              <a:ext uri="{FF2B5EF4-FFF2-40B4-BE49-F238E27FC236}">
                <a16:creationId xmlns:a16="http://schemas.microsoft.com/office/drawing/2014/main" id="{458D5C83-B3F0-7F55-19A5-1286E2881448}"/>
              </a:ext>
            </a:extLst>
          </p:cNvPr>
          <p:cNvSpPr/>
          <p:nvPr/>
        </p:nvSpPr>
        <p:spPr>
          <a:xfrm>
            <a:off x="7815283" y="1701597"/>
            <a:ext cx="220355" cy="189322"/>
          </a:xfrm>
          <a:prstGeom prst="parallelogram">
            <a:avLst/>
          </a:prstGeom>
          <a:solidFill>
            <a:schemeClr val="bg2">
              <a:lumMod val="1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平行四邊形 277">
            <a:extLst>
              <a:ext uri="{FF2B5EF4-FFF2-40B4-BE49-F238E27FC236}">
                <a16:creationId xmlns:a16="http://schemas.microsoft.com/office/drawing/2014/main" id="{6AF83F76-143C-56CC-9255-8993A6863D3C}"/>
              </a:ext>
            </a:extLst>
          </p:cNvPr>
          <p:cNvSpPr/>
          <p:nvPr/>
        </p:nvSpPr>
        <p:spPr>
          <a:xfrm>
            <a:off x="7593237" y="1899972"/>
            <a:ext cx="220355" cy="210768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文字方塊 278">
            <a:extLst>
              <a:ext uri="{FF2B5EF4-FFF2-40B4-BE49-F238E27FC236}">
                <a16:creationId xmlns:a16="http://schemas.microsoft.com/office/drawing/2014/main" id="{B785FAA1-6C0E-7E9E-F6DC-BCBF9FB41385}"/>
              </a:ext>
            </a:extLst>
          </p:cNvPr>
          <p:cNvSpPr txBox="1"/>
          <p:nvPr/>
        </p:nvSpPr>
        <p:spPr>
          <a:xfrm>
            <a:off x="7434782" y="2086911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</a:p>
          <a:p>
            <a:pPr algn="ctr"/>
            <a:r>
              <a:rPr lang="en-US" altLang="zh-TW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endParaRPr lang="zh-TW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矩形: 圓角 279">
            <a:extLst>
              <a:ext uri="{FF2B5EF4-FFF2-40B4-BE49-F238E27FC236}">
                <a16:creationId xmlns:a16="http://schemas.microsoft.com/office/drawing/2014/main" id="{A468893C-E8E0-F2E0-0793-52B3A47B7B2B}"/>
              </a:ext>
            </a:extLst>
          </p:cNvPr>
          <p:cNvSpPr/>
          <p:nvPr/>
        </p:nvSpPr>
        <p:spPr>
          <a:xfrm>
            <a:off x="310268" y="3837192"/>
            <a:ext cx="8633706" cy="2351335"/>
          </a:xfrm>
          <a:prstGeom prst="roundRect">
            <a:avLst/>
          </a:prstGeom>
          <a:gradFill flip="none" rotWithShape="1">
            <a:gsLst>
              <a:gs pos="0">
                <a:srgbClr val="EF8989">
                  <a:tint val="66000"/>
                  <a:satMod val="160000"/>
                </a:srgbClr>
              </a:gs>
              <a:gs pos="50000">
                <a:srgbClr val="EF8989">
                  <a:tint val="44500"/>
                  <a:satMod val="160000"/>
                </a:srgbClr>
              </a:gs>
              <a:gs pos="100000">
                <a:srgbClr val="EF8989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1" name="文字方塊 280">
            <a:extLst>
              <a:ext uri="{FF2B5EF4-FFF2-40B4-BE49-F238E27FC236}">
                <a16:creationId xmlns:a16="http://schemas.microsoft.com/office/drawing/2014/main" id="{C8FEF660-3337-BBB2-0A06-06086C96BD00}"/>
              </a:ext>
            </a:extLst>
          </p:cNvPr>
          <p:cNvSpPr txBox="1"/>
          <p:nvPr/>
        </p:nvSpPr>
        <p:spPr>
          <a:xfrm>
            <a:off x="456799" y="3859439"/>
            <a:ext cx="1720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Rendering</a:t>
            </a:r>
            <a:endParaRPr lang="zh-TW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矩形: 圓角 281">
            <a:extLst>
              <a:ext uri="{FF2B5EF4-FFF2-40B4-BE49-F238E27FC236}">
                <a16:creationId xmlns:a16="http://schemas.microsoft.com/office/drawing/2014/main" id="{E98AEA2D-94BA-7C14-EEFC-5F8AAC8F80C9}"/>
              </a:ext>
            </a:extLst>
          </p:cNvPr>
          <p:cNvSpPr/>
          <p:nvPr/>
        </p:nvSpPr>
        <p:spPr>
          <a:xfrm>
            <a:off x="1737076" y="4254973"/>
            <a:ext cx="1447283" cy="68781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GS Rendering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矩形: 圓角 283">
            <a:extLst>
              <a:ext uri="{FF2B5EF4-FFF2-40B4-BE49-F238E27FC236}">
                <a16:creationId xmlns:a16="http://schemas.microsoft.com/office/drawing/2014/main" id="{DF583D4C-CBFF-A3DB-0FDE-4097769ECD80}"/>
              </a:ext>
            </a:extLst>
          </p:cNvPr>
          <p:cNvSpPr/>
          <p:nvPr/>
        </p:nvSpPr>
        <p:spPr>
          <a:xfrm>
            <a:off x="1741394" y="5231449"/>
            <a:ext cx="4819938" cy="6843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Pixel-Wise NeRF Rendering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: 圓角 285">
            <a:extLst>
              <a:ext uri="{FF2B5EF4-FFF2-40B4-BE49-F238E27FC236}">
                <a16:creationId xmlns:a16="http://schemas.microsoft.com/office/drawing/2014/main" id="{02B4277B-F1D2-BF57-4471-EAADFFCE99E3}"/>
              </a:ext>
            </a:extLst>
          </p:cNvPr>
          <p:cNvSpPr/>
          <p:nvPr/>
        </p:nvSpPr>
        <p:spPr>
          <a:xfrm rot="5400000">
            <a:off x="17539" y="4677103"/>
            <a:ext cx="1658967" cy="7934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87" name="圖片 286">
            <a:extLst>
              <a:ext uri="{FF2B5EF4-FFF2-40B4-BE49-F238E27FC236}">
                <a16:creationId xmlns:a16="http://schemas.microsoft.com/office/drawing/2014/main" id="{4D92D586-C45A-61CE-E000-EF761D414CB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882" b="89706" l="9449" r="89764">
                        <a14:foregroundMark x1="46457" y1="5882" x2="46457" y2="5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953677">
            <a:off x="481519" y="4713070"/>
            <a:ext cx="412546" cy="220890"/>
          </a:xfrm>
          <a:prstGeom prst="rect">
            <a:avLst/>
          </a:prstGeom>
        </p:spPr>
      </p:pic>
      <p:cxnSp>
        <p:nvCxnSpPr>
          <p:cNvPr id="288" name="直線單箭頭接點 287">
            <a:extLst>
              <a:ext uri="{FF2B5EF4-FFF2-40B4-BE49-F238E27FC236}">
                <a16:creationId xmlns:a16="http://schemas.microsoft.com/office/drawing/2014/main" id="{2552B013-32DE-84AD-F484-2F03D833CDC1}"/>
              </a:ext>
            </a:extLst>
          </p:cNvPr>
          <p:cNvCxnSpPr>
            <a:cxnSpLocks/>
          </p:cNvCxnSpPr>
          <p:nvPr/>
        </p:nvCxnSpPr>
        <p:spPr>
          <a:xfrm>
            <a:off x="915406" y="4730300"/>
            <a:ext cx="22304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線單箭頭接點 288">
            <a:extLst>
              <a:ext uri="{FF2B5EF4-FFF2-40B4-BE49-F238E27FC236}">
                <a16:creationId xmlns:a16="http://schemas.microsoft.com/office/drawing/2014/main" id="{A9E50E1C-416B-F500-A7E3-6738510A0F86}"/>
              </a:ext>
            </a:extLst>
          </p:cNvPr>
          <p:cNvCxnSpPr>
            <a:cxnSpLocks/>
          </p:cNvCxnSpPr>
          <p:nvPr/>
        </p:nvCxnSpPr>
        <p:spPr>
          <a:xfrm flipV="1">
            <a:off x="927675" y="4507631"/>
            <a:ext cx="0" cy="2226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線單箭頭接點 289">
            <a:extLst>
              <a:ext uri="{FF2B5EF4-FFF2-40B4-BE49-F238E27FC236}">
                <a16:creationId xmlns:a16="http://schemas.microsoft.com/office/drawing/2014/main" id="{499BC510-AAE3-E2F9-846B-CF6D1BEA9AA6}"/>
              </a:ext>
            </a:extLst>
          </p:cNvPr>
          <p:cNvCxnSpPr>
            <a:cxnSpLocks/>
          </p:cNvCxnSpPr>
          <p:nvPr/>
        </p:nvCxnSpPr>
        <p:spPr>
          <a:xfrm flipH="1">
            <a:off x="816383" y="4730300"/>
            <a:ext cx="111292" cy="1445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1" name="圖片 290">
            <a:extLst>
              <a:ext uri="{FF2B5EF4-FFF2-40B4-BE49-F238E27FC236}">
                <a16:creationId xmlns:a16="http://schemas.microsoft.com/office/drawing/2014/main" id="{7D26F495-74C0-1969-5F76-5B046D83AA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882" b="89706" l="9449" r="89764">
                        <a14:foregroundMark x1="46457" y1="5882" x2="46457" y2="5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982015">
            <a:off x="526127" y="5564426"/>
            <a:ext cx="412546" cy="220890"/>
          </a:xfrm>
          <a:prstGeom prst="rect">
            <a:avLst/>
          </a:prstGeom>
        </p:spPr>
      </p:pic>
      <p:cxnSp>
        <p:nvCxnSpPr>
          <p:cNvPr id="292" name="直線單箭頭接點 291">
            <a:extLst>
              <a:ext uri="{FF2B5EF4-FFF2-40B4-BE49-F238E27FC236}">
                <a16:creationId xmlns:a16="http://schemas.microsoft.com/office/drawing/2014/main" id="{CC37FF14-02DF-7F22-C985-2D276694DB4E}"/>
              </a:ext>
            </a:extLst>
          </p:cNvPr>
          <p:cNvCxnSpPr>
            <a:cxnSpLocks/>
          </p:cNvCxnSpPr>
          <p:nvPr/>
        </p:nvCxnSpPr>
        <p:spPr>
          <a:xfrm flipH="1" flipV="1">
            <a:off x="953747" y="5506945"/>
            <a:ext cx="30277" cy="18863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線單箭頭接點 292">
            <a:extLst>
              <a:ext uri="{FF2B5EF4-FFF2-40B4-BE49-F238E27FC236}">
                <a16:creationId xmlns:a16="http://schemas.microsoft.com/office/drawing/2014/main" id="{57B9D68C-2E53-6FBA-4FB3-3BD6F908C92C}"/>
              </a:ext>
            </a:extLst>
          </p:cNvPr>
          <p:cNvCxnSpPr>
            <a:cxnSpLocks/>
          </p:cNvCxnSpPr>
          <p:nvPr/>
        </p:nvCxnSpPr>
        <p:spPr>
          <a:xfrm flipH="1">
            <a:off x="766594" y="5695580"/>
            <a:ext cx="229699" cy="374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線單箭頭接點 293">
            <a:extLst>
              <a:ext uri="{FF2B5EF4-FFF2-40B4-BE49-F238E27FC236}">
                <a16:creationId xmlns:a16="http://schemas.microsoft.com/office/drawing/2014/main" id="{DFF8D60C-285F-388D-3334-C72DC3A4CB55}"/>
              </a:ext>
            </a:extLst>
          </p:cNvPr>
          <p:cNvCxnSpPr>
            <a:cxnSpLocks/>
          </p:cNvCxnSpPr>
          <p:nvPr/>
        </p:nvCxnSpPr>
        <p:spPr>
          <a:xfrm>
            <a:off x="996293" y="5695580"/>
            <a:ext cx="152349" cy="7300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文字方塊 294">
            <a:extLst>
              <a:ext uri="{FF2B5EF4-FFF2-40B4-BE49-F238E27FC236}">
                <a16:creationId xmlns:a16="http://schemas.microsoft.com/office/drawing/2014/main" id="{8710006F-3AC4-55FA-21DE-C28A4B240CEA}"/>
              </a:ext>
            </a:extLst>
          </p:cNvPr>
          <p:cNvSpPr txBox="1"/>
          <p:nvPr/>
        </p:nvSpPr>
        <p:spPr>
          <a:xfrm>
            <a:off x="687729" y="5023484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/>
              <a:t>……</a:t>
            </a:r>
            <a:endParaRPr lang="zh-TW" altLang="en-US" dirty="0"/>
          </a:p>
        </p:txBody>
      </p:sp>
      <p:sp>
        <p:nvSpPr>
          <p:cNvPr id="296" name="文字方塊 295">
            <a:extLst>
              <a:ext uri="{FF2B5EF4-FFF2-40B4-BE49-F238E27FC236}">
                <a16:creationId xmlns:a16="http://schemas.microsoft.com/office/drawing/2014/main" id="{7ECCA563-5175-8798-9B0F-9D0D401E0620}"/>
              </a:ext>
            </a:extLst>
          </p:cNvPr>
          <p:cNvSpPr txBox="1"/>
          <p:nvPr/>
        </p:nvSpPr>
        <p:spPr>
          <a:xfrm>
            <a:off x="466286" y="4255089"/>
            <a:ext cx="7857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Poses</a:t>
            </a:r>
            <a:endParaRPr lang="zh-TW" altLang="en-US" sz="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2" name="直線接點 301">
            <a:extLst>
              <a:ext uri="{FF2B5EF4-FFF2-40B4-BE49-F238E27FC236}">
                <a16:creationId xmlns:a16="http://schemas.microsoft.com/office/drawing/2014/main" id="{0714D0D3-CEB6-DC0F-6AAD-FBFB4FF61978}"/>
              </a:ext>
            </a:extLst>
          </p:cNvPr>
          <p:cNvCxnSpPr>
            <a:cxnSpLocks/>
          </p:cNvCxnSpPr>
          <p:nvPr/>
        </p:nvCxnSpPr>
        <p:spPr>
          <a:xfrm flipV="1">
            <a:off x="2961175" y="2376289"/>
            <a:ext cx="0" cy="13909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5" name="直線接點 304">
            <a:extLst>
              <a:ext uri="{FF2B5EF4-FFF2-40B4-BE49-F238E27FC236}">
                <a16:creationId xmlns:a16="http://schemas.microsoft.com/office/drawing/2014/main" id="{1655A6E6-3552-8AF0-39CE-0254FC24CDEC}"/>
              </a:ext>
            </a:extLst>
          </p:cNvPr>
          <p:cNvCxnSpPr>
            <a:cxnSpLocks/>
          </p:cNvCxnSpPr>
          <p:nvPr/>
        </p:nvCxnSpPr>
        <p:spPr>
          <a:xfrm>
            <a:off x="2964238" y="2510217"/>
            <a:ext cx="2474037" cy="5169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" name="直線接點 306">
            <a:extLst>
              <a:ext uri="{FF2B5EF4-FFF2-40B4-BE49-F238E27FC236}">
                <a16:creationId xmlns:a16="http://schemas.microsoft.com/office/drawing/2014/main" id="{A56C1163-3094-7539-E322-CB00E8500850}"/>
              </a:ext>
            </a:extLst>
          </p:cNvPr>
          <p:cNvCxnSpPr>
            <a:cxnSpLocks/>
          </p:cNvCxnSpPr>
          <p:nvPr/>
        </p:nvCxnSpPr>
        <p:spPr>
          <a:xfrm>
            <a:off x="5454317" y="2515386"/>
            <a:ext cx="0" cy="1294614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直線接點 309">
            <a:extLst>
              <a:ext uri="{FF2B5EF4-FFF2-40B4-BE49-F238E27FC236}">
                <a16:creationId xmlns:a16="http://schemas.microsoft.com/office/drawing/2014/main" id="{D21E566C-1B2D-E12E-98B5-25D8058F37F7}"/>
              </a:ext>
            </a:extLst>
          </p:cNvPr>
          <p:cNvCxnSpPr>
            <a:cxnSpLocks/>
          </p:cNvCxnSpPr>
          <p:nvPr/>
        </p:nvCxnSpPr>
        <p:spPr>
          <a:xfrm>
            <a:off x="2775285" y="3786739"/>
            <a:ext cx="2673016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" name="直線單箭頭接點 313">
            <a:extLst>
              <a:ext uri="{FF2B5EF4-FFF2-40B4-BE49-F238E27FC236}">
                <a16:creationId xmlns:a16="http://schemas.microsoft.com/office/drawing/2014/main" id="{05E43AA9-0AB5-BC2C-4C87-6DEFCA80CDAD}"/>
              </a:ext>
            </a:extLst>
          </p:cNvPr>
          <p:cNvCxnSpPr>
            <a:cxnSpLocks/>
          </p:cNvCxnSpPr>
          <p:nvPr/>
        </p:nvCxnSpPr>
        <p:spPr>
          <a:xfrm>
            <a:off x="2778006" y="3793958"/>
            <a:ext cx="0" cy="46101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1" name="矩形: 圓角 320">
            <a:extLst>
              <a:ext uri="{FF2B5EF4-FFF2-40B4-BE49-F238E27FC236}">
                <a16:creationId xmlns:a16="http://schemas.microsoft.com/office/drawing/2014/main" id="{DD33B933-320A-4F21-2040-3652FB97182F}"/>
              </a:ext>
            </a:extLst>
          </p:cNvPr>
          <p:cNvSpPr/>
          <p:nvPr/>
        </p:nvSpPr>
        <p:spPr>
          <a:xfrm>
            <a:off x="3694557" y="4236847"/>
            <a:ext cx="1487046" cy="7206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Uncertainty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4" name="直線接點 323">
            <a:extLst>
              <a:ext uri="{FF2B5EF4-FFF2-40B4-BE49-F238E27FC236}">
                <a16:creationId xmlns:a16="http://schemas.microsoft.com/office/drawing/2014/main" id="{45BD587A-BA96-AB9D-D240-5E73F78EB7CF}"/>
              </a:ext>
            </a:extLst>
          </p:cNvPr>
          <p:cNvCxnSpPr>
            <a:cxnSpLocks/>
          </p:cNvCxnSpPr>
          <p:nvPr/>
        </p:nvCxnSpPr>
        <p:spPr>
          <a:xfrm flipV="1">
            <a:off x="6799693" y="2362925"/>
            <a:ext cx="0" cy="129467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直線接點 326">
            <a:extLst>
              <a:ext uri="{FF2B5EF4-FFF2-40B4-BE49-F238E27FC236}">
                <a16:creationId xmlns:a16="http://schemas.microsoft.com/office/drawing/2014/main" id="{D1742BCF-145B-0F7B-CEDD-825BEF13A1F3}"/>
              </a:ext>
            </a:extLst>
          </p:cNvPr>
          <p:cNvCxnSpPr>
            <a:cxnSpLocks/>
          </p:cNvCxnSpPr>
          <p:nvPr/>
        </p:nvCxnSpPr>
        <p:spPr>
          <a:xfrm>
            <a:off x="4438651" y="3662363"/>
            <a:ext cx="2352675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0" name="直線單箭頭接點 329">
            <a:extLst>
              <a:ext uri="{FF2B5EF4-FFF2-40B4-BE49-F238E27FC236}">
                <a16:creationId xmlns:a16="http://schemas.microsoft.com/office/drawing/2014/main" id="{A79DA48F-48C0-E06E-C48A-B010BB5638CD}"/>
              </a:ext>
            </a:extLst>
          </p:cNvPr>
          <p:cNvCxnSpPr>
            <a:cxnSpLocks/>
          </p:cNvCxnSpPr>
          <p:nvPr/>
        </p:nvCxnSpPr>
        <p:spPr>
          <a:xfrm>
            <a:off x="4443414" y="3657600"/>
            <a:ext cx="4198" cy="59580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直線接點 337">
            <a:extLst>
              <a:ext uri="{FF2B5EF4-FFF2-40B4-BE49-F238E27FC236}">
                <a16:creationId xmlns:a16="http://schemas.microsoft.com/office/drawing/2014/main" id="{FA776119-A105-B571-25E9-DA864417B3B1}"/>
              </a:ext>
            </a:extLst>
          </p:cNvPr>
          <p:cNvCxnSpPr>
            <a:cxnSpLocks/>
            <a:endCxn id="108" idx="3"/>
          </p:cNvCxnSpPr>
          <p:nvPr/>
        </p:nvCxnSpPr>
        <p:spPr>
          <a:xfrm flipH="1">
            <a:off x="5138467" y="3073930"/>
            <a:ext cx="166959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1" name="直線單箭頭接點 350">
            <a:extLst>
              <a:ext uri="{FF2B5EF4-FFF2-40B4-BE49-F238E27FC236}">
                <a16:creationId xmlns:a16="http://schemas.microsoft.com/office/drawing/2014/main" id="{446BB564-449C-A964-BDF0-E78D03EA1A68}"/>
              </a:ext>
            </a:extLst>
          </p:cNvPr>
          <p:cNvCxnSpPr>
            <a:cxnSpLocks/>
          </p:cNvCxnSpPr>
          <p:nvPr/>
        </p:nvCxnSpPr>
        <p:spPr>
          <a:xfrm>
            <a:off x="5312679" y="3063464"/>
            <a:ext cx="0" cy="2183167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9" name="直線單箭頭接點 358">
            <a:extLst>
              <a:ext uri="{FF2B5EF4-FFF2-40B4-BE49-F238E27FC236}">
                <a16:creationId xmlns:a16="http://schemas.microsoft.com/office/drawing/2014/main" id="{1FDD9375-5E8C-947B-672B-74A9C70B33CF}"/>
              </a:ext>
            </a:extLst>
          </p:cNvPr>
          <p:cNvCxnSpPr>
            <a:cxnSpLocks/>
            <a:endCxn id="282" idx="1"/>
          </p:cNvCxnSpPr>
          <p:nvPr/>
        </p:nvCxnSpPr>
        <p:spPr>
          <a:xfrm>
            <a:off x="1243749" y="4598882"/>
            <a:ext cx="4933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6" name="直線單箭頭接點 365">
            <a:extLst>
              <a:ext uri="{FF2B5EF4-FFF2-40B4-BE49-F238E27FC236}">
                <a16:creationId xmlns:a16="http://schemas.microsoft.com/office/drawing/2014/main" id="{BBE91BAE-1975-6984-60AC-9216D64659FE}"/>
              </a:ext>
            </a:extLst>
          </p:cNvPr>
          <p:cNvCxnSpPr>
            <a:cxnSpLocks/>
            <a:endCxn id="284" idx="1"/>
          </p:cNvCxnSpPr>
          <p:nvPr/>
        </p:nvCxnSpPr>
        <p:spPr>
          <a:xfrm flipV="1">
            <a:off x="1252290" y="5573641"/>
            <a:ext cx="489104" cy="19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2" name="直線單箭頭接點 371">
            <a:extLst>
              <a:ext uri="{FF2B5EF4-FFF2-40B4-BE49-F238E27FC236}">
                <a16:creationId xmlns:a16="http://schemas.microsoft.com/office/drawing/2014/main" id="{CA4EEDCB-BE72-1DD9-F91E-CE17162BE0D3}"/>
              </a:ext>
            </a:extLst>
          </p:cNvPr>
          <p:cNvCxnSpPr>
            <a:cxnSpLocks/>
          </p:cNvCxnSpPr>
          <p:nvPr/>
        </p:nvCxnSpPr>
        <p:spPr>
          <a:xfrm>
            <a:off x="3440819" y="5098815"/>
            <a:ext cx="36310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3" name="矩形: 圓角 382">
            <a:extLst>
              <a:ext uri="{FF2B5EF4-FFF2-40B4-BE49-F238E27FC236}">
                <a16:creationId xmlns:a16="http://schemas.microsoft.com/office/drawing/2014/main" id="{1217B64F-13D9-D202-89FE-8561201FEB91}"/>
              </a:ext>
            </a:extLst>
          </p:cNvPr>
          <p:cNvSpPr/>
          <p:nvPr/>
        </p:nvSpPr>
        <p:spPr>
          <a:xfrm>
            <a:off x="5538083" y="4249088"/>
            <a:ext cx="1204887" cy="7206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 Selection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7" name="直線單箭頭接點 406">
            <a:extLst>
              <a:ext uri="{FF2B5EF4-FFF2-40B4-BE49-F238E27FC236}">
                <a16:creationId xmlns:a16="http://schemas.microsoft.com/office/drawing/2014/main" id="{8D191107-61F2-D73B-3922-3C3FA4F9FD4E}"/>
              </a:ext>
            </a:extLst>
          </p:cNvPr>
          <p:cNvCxnSpPr>
            <a:cxnSpLocks/>
            <a:endCxn id="383" idx="1"/>
          </p:cNvCxnSpPr>
          <p:nvPr/>
        </p:nvCxnSpPr>
        <p:spPr>
          <a:xfrm>
            <a:off x="5180400" y="4609406"/>
            <a:ext cx="3576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6" name="直線單箭頭接點 425">
            <a:extLst>
              <a:ext uri="{FF2B5EF4-FFF2-40B4-BE49-F238E27FC236}">
                <a16:creationId xmlns:a16="http://schemas.microsoft.com/office/drawing/2014/main" id="{9BC5AC2B-C93B-7A03-D344-E3A2DBC88F6B}"/>
              </a:ext>
            </a:extLst>
          </p:cNvPr>
          <p:cNvCxnSpPr>
            <a:cxnSpLocks/>
          </p:cNvCxnSpPr>
          <p:nvPr/>
        </p:nvCxnSpPr>
        <p:spPr>
          <a:xfrm>
            <a:off x="4150282" y="3781258"/>
            <a:ext cx="0" cy="46101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9" name="直線接點 428">
            <a:extLst>
              <a:ext uri="{FF2B5EF4-FFF2-40B4-BE49-F238E27FC236}">
                <a16:creationId xmlns:a16="http://schemas.microsoft.com/office/drawing/2014/main" id="{377C8073-988C-4CC1-EDF8-A0EDFE329031}"/>
              </a:ext>
            </a:extLst>
          </p:cNvPr>
          <p:cNvCxnSpPr>
            <a:cxnSpLocks/>
            <a:stCxn id="282" idx="3"/>
          </p:cNvCxnSpPr>
          <p:nvPr/>
        </p:nvCxnSpPr>
        <p:spPr>
          <a:xfrm flipV="1">
            <a:off x="3184359" y="4597400"/>
            <a:ext cx="257342" cy="14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0" name="直線接點 429">
            <a:extLst>
              <a:ext uri="{FF2B5EF4-FFF2-40B4-BE49-F238E27FC236}">
                <a16:creationId xmlns:a16="http://schemas.microsoft.com/office/drawing/2014/main" id="{A6EB68AC-7964-E4B0-FE62-F51FCF12E489}"/>
              </a:ext>
            </a:extLst>
          </p:cNvPr>
          <p:cNvCxnSpPr>
            <a:cxnSpLocks/>
          </p:cNvCxnSpPr>
          <p:nvPr/>
        </p:nvCxnSpPr>
        <p:spPr>
          <a:xfrm>
            <a:off x="3440819" y="4594225"/>
            <a:ext cx="0" cy="5143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7" name="文字方塊 436">
            <a:extLst>
              <a:ext uri="{FF2B5EF4-FFF2-40B4-BE49-F238E27FC236}">
                <a16:creationId xmlns:a16="http://schemas.microsoft.com/office/drawing/2014/main" id="{B1E7176E-475A-E5A3-ED60-3FEAC351CFCB}"/>
              </a:ext>
            </a:extLst>
          </p:cNvPr>
          <p:cNvSpPr txBox="1"/>
          <p:nvPr/>
        </p:nvSpPr>
        <p:spPr>
          <a:xfrm>
            <a:off x="2677528" y="2327332"/>
            <a:ext cx="1075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after training</a:t>
            </a:r>
            <a:endParaRPr lang="zh-TW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8" name="文字方塊 437">
            <a:extLst>
              <a:ext uri="{FF2B5EF4-FFF2-40B4-BE49-F238E27FC236}">
                <a16:creationId xmlns:a16="http://schemas.microsoft.com/office/drawing/2014/main" id="{2CFB5D44-AE60-7CD6-D8F1-C646E322038A}"/>
              </a:ext>
            </a:extLst>
          </p:cNvPr>
          <p:cNvSpPr txBox="1"/>
          <p:nvPr/>
        </p:nvSpPr>
        <p:spPr>
          <a:xfrm>
            <a:off x="6304593" y="2350616"/>
            <a:ext cx="1075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after training</a:t>
            </a:r>
            <a:endParaRPr lang="zh-TW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文字方塊 438">
            <a:extLst>
              <a:ext uri="{FF2B5EF4-FFF2-40B4-BE49-F238E27FC236}">
                <a16:creationId xmlns:a16="http://schemas.microsoft.com/office/drawing/2014/main" id="{511DE635-10C9-B2A2-15E3-3058EF323B4F}"/>
              </a:ext>
            </a:extLst>
          </p:cNvPr>
          <p:cNvSpPr txBox="1"/>
          <p:nvPr/>
        </p:nvSpPr>
        <p:spPr>
          <a:xfrm>
            <a:off x="5075649" y="2855953"/>
            <a:ext cx="1075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after training</a:t>
            </a:r>
            <a:endParaRPr lang="zh-TW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" name="文字方塊 439">
            <a:extLst>
              <a:ext uri="{FF2B5EF4-FFF2-40B4-BE49-F238E27FC236}">
                <a16:creationId xmlns:a16="http://schemas.microsoft.com/office/drawing/2014/main" id="{E25737EF-3EB9-613D-0943-45F0EFFAE418}"/>
              </a:ext>
            </a:extLst>
          </p:cNvPr>
          <p:cNvSpPr txBox="1"/>
          <p:nvPr/>
        </p:nvSpPr>
        <p:spPr>
          <a:xfrm>
            <a:off x="2533651" y="3898386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 Model</a:t>
            </a:r>
            <a:endParaRPr lang="zh-TW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1" name="文字方塊 440">
            <a:extLst>
              <a:ext uri="{FF2B5EF4-FFF2-40B4-BE49-F238E27FC236}">
                <a16:creationId xmlns:a16="http://schemas.microsoft.com/office/drawing/2014/main" id="{A7D54D81-7E09-1F1D-7C78-70802FD17478}"/>
              </a:ext>
            </a:extLst>
          </p:cNvPr>
          <p:cNvSpPr txBox="1"/>
          <p:nvPr/>
        </p:nvSpPr>
        <p:spPr>
          <a:xfrm>
            <a:off x="3811088" y="3894147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 Model</a:t>
            </a:r>
            <a:endParaRPr lang="zh-TW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2" name="文字方塊 441">
            <a:extLst>
              <a:ext uri="{FF2B5EF4-FFF2-40B4-BE49-F238E27FC236}">
                <a16:creationId xmlns:a16="http://schemas.microsoft.com/office/drawing/2014/main" id="{99E67E21-6A09-CA32-FE6E-DD29827FDEFB}"/>
              </a:ext>
            </a:extLst>
          </p:cNvPr>
          <p:cNvSpPr txBox="1"/>
          <p:nvPr/>
        </p:nvSpPr>
        <p:spPr>
          <a:xfrm>
            <a:off x="4357179" y="3893061"/>
            <a:ext cx="1059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Model</a:t>
            </a:r>
            <a:endParaRPr lang="zh-TW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3" name="文字方塊 442">
            <a:extLst>
              <a:ext uri="{FF2B5EF4-FFF2-40B4-BE49-F238E27FC236}">
                <a16:creationId xmlns:a16="http://schemas.microsoft.com/office/drawing/2014/main" id="{7161074C-78C3-A6FF-BC60-408DEE91D003}"/>
              </a:ext>
            </a:extLst>
          </p:cNvPr>
          <p:cNvSpPr txBox="1"/>
          <p:nvPr/>
        </p:nvSpPr>
        <p:spPr>
          <a:xfrm>
            <a:off x="4932246" y="4903077"/>
            <a:ext cx="7906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NeRF Model</a:t>
            </a:r>
            <a:endParaRPr lang="zh-TW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4" name="文字方塊 443">
            <a:extLst>
              <a:ext uri="{FF2B5EF4-FFF2-40B4-BE49-F238E27FC236}">
                <a16:creationId xmlns:a16="http://schemas.microsoft.com/office/drawing/2014/main" id="{87BAB431-03E5-B78F-7705-458F12A25FA2}"/>
              </a:ext>
            </a:extLst>
          </p:cNvPr>
          <p:cNvSpPr txBox="1"/>
          <p:nvPr/>
        </p:nvSpPr>
        <p:spPr>
          <a:xfrm>
            <a:off x="3079671" y="4408688"/>
            <a:ext cx="69442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  <a:p>
            <a:pPr algn="ctr"/>
            <a:r>
              <a:rPr lang="en-US" altLang="zh-TW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Rendered</a:t>
            </a:r>
          </a:p>
          <a:p>
            <a:pPr algn="ctr"/>
            <a:r>
              <a:rPr lang="en-US" altLang="zh-TW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矩形: 圓角 451">
            <a:extLst>
              <a:ext uri="{FF2B5EF4-FFF2-40B4-BE49-F238E27FC236}">
                <a16:creationId xmlns:a16="http://schemas.microsoft.com/office/drawing/2014/main" id="{71B60F03-DDD1-3EBB-0666-FFB9A240D18E}"/>
              </a:ext>
            </a:extLst>
          </p:cNvPr>
          <p:cNvSpPr/>
          <p:nvPr/>
        </p:nvSpPr>
        <p:spPr>
          <a:xfrm>
            <a:off x="7064764" y="4613994"/>
            <a:ext cx="1084626" cy="11912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Merging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3" name="直線單箭頭接點 452">
            <a:extLst>
              <a:ext uri="{FF2B5EF4-FFF2-40B4-BE49-F238E27FC236}">
                <a16:creationId xmlns:a16="http://schemas.microsoft.com/office/drawing/2014/main" id="{8AD18CDC-AD4D-247D-1BB1-351B7E8BFBB2}"/>
              </a:ext>
            </a:extLst>
          </p:cNvPr>
          <p:cNvCxnSpPr>
            <a:cxnSpLocks/>
            <a:stCxn id="284" idx="3"/>
          </p:cNvCxnSpPr>
          <p:nvPr/>
        </p:nvCxnSpPr>
        <p:spPr>
          <a:xfrm flipV="1">
            <a:off x="6561332" y="5572058"/>
            <a:ext cx="510499" cy="15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5" name="直線單箭頭接點 454">
            <a:extLst>
              <a:ext uri="{FF2B5EF4-FFF2-40B4-BE49-F238E27FC236}">
                <a16:creationId xmlns:a16="http://schemas.microsoft.com/office/drawing/2014/main" id="{5A658152-BC91-3998-8D11-A3F6DCE13AC6}"/>
              </a:ext>
            </a:extLst>
          </p:cNvPr>
          <p:cNvCxnSpPr>
            <a:cxnSpLocks/>
            <a:stCxn id="383" idx="2"/>
          </p:cNvCxnSpPr>
          <p:nvPr/>
        </p:nvCxnSpPr>
        <p:spPr>
          <a:xfrm>
            <a:off x="6140527" y="4969724"/>
            <a:ext cx="3099" cy="2642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8" name="文字方塊 457">
            <a:extLst>
              <a:ext uri="{FF2B5EF4-FFF2-40B4-BE49-F238E27FC236}">
                <a16:creationId xmlns:a16="http://schemas.microsoft.com/office/drawing/2014/main" id="{66E6794B-552A-758A-E936-A33475F84F6F}"/>
              </a:ext>
            </a:extLst>
          </p:cNvPr>
          <p:cNvSpPr txBox="1"/>
          <p:nvPr/>
        </p:nvSpPr>
        <p:spPr>
          <a:xfrm>
            <a:off x="5726812" y="4914870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Pixels</a:t>
            </a:r>
          </a:p>
          <a:p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9" name="直線單箭頭接點 458">
            <a:extLst>
              <a:ext uri="{FF2B5EF4-FFF2-40B4-BE49-F238E27FC236}">
                <a16:creationId xmlns:a16="http://schemas.microsoft.com/office/drawing/2014/main" id="{CC486C50-B8B3-E1C2-D6E2-C167174418DF}"/>
              </a:ext>
            </a:extLst>
          </p:cNvPr>
          <p:cNvCxnSpPr>
            <a:cxnSpLocks/>
          </p:cNvCxnSpPr>
          <p:nvPr/>
        </p:nvCxnSpPr>
        <p:spPr>
          <a:xfrm>
            <a:off x="8162926" y="5164962"/>
            <a:ext cx="7810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1" name="文字方塊 460">
            <a:extLst>
              <a:ext uri="{FF2B5EF4-FFF2-40B4-BE49-F238E27FC236}">
                <a16:creationId xmlns:a16="http://schemas.microsoft.com/office/drawing/2014/main" id="{384C4B32-13BD-13B4-E075-1E087DC21F92}"/>
              </a:ext>
            </a:extLst>
          </p:cNvPr>
          <p:cNvSpPr txBox="1"/>
          <p:nvPr/>
        </p:nvSpPr>
        <p:spPr>
          <a:xfrm>
            <a:off x="8191393" y="482868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Rendered</a:t>
            </a:r>
          </a:p>
          <a:p>
            <a:pPr algn="ctr"/>
            <a:r>
              <a:rPr lang="en-US" altLang="zh-TW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</a:t>
            </a:r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2" name="文字方塊 461">
            <a:extLst>
              <a:ext uri="{FF2B5EF4-FFF2-40B4-BE49-F238E27FC236}">
                <a16:creationId xmlns:a16="http://schemas.microsoft.com/office/drawing/2014/main" id="{19465E45-FF0C-06BB-6D4C-0976175841AD}"/>
              </a:ext>
            </a:extLst>
          </p:cNvPr>
          <p:cNvSpPr txBox="1"/>
          <p:nvPr/>
        </p:nvSpPr>
        <p:spPr>
          <a:xfrm>
            <a:off x="6477668" y="5244854"/>
            <a:ext cx="6655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NeRF</a:t>
            </a:r>
          </a:p>
          <a:p>
            <a:pPr algn="ctr"/>
            <a:r>
              <a:rPr lang="en-US" altLang="zh-TW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Rendered</a:t>
            </a:r>
          </a:p>
          <a:p>
            <a:pPr algn="ctr"/>
            <a:r>
              <a:rPr lang="en-US" altLang="zh-TW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Pixels</a:t>
            </a:r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7" name="文字方塊 466">
            <a:extLst>
              <a:ext uri="{FF2B5EF4-FFF2-40B4-BE49-F238E27FC236}">
                <a16:creationId xmlns:a16="http://schemas.microsoft.com/office/drawing/2014/main" id="{58BF4357-F19F-E62C-45E4-2208C6239AB7}"/>
              </a:ext>
            </a:extLst>
          </p:cNvPr>
          <p:cNvSpPr txBox="1"/>
          <p:nvPr/>
        </p:nvSpPr>
        <p:spPr>
          <a:xfrm>
            <a:off x="3597039" y="1750740"/>
            <a:ext cx="53893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L1-SSIM</a:t>
            </a:r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8" name="文字方塊 467">
            <a:extLst>
              <a:ext uri="{FF2B5EF4-FFF2-40B4-BE49-F238E27FC236}">
                <a16:creationId xmlns:a16="http://schemas.microsoft.com/office/drawing/2014/main" id="{C549AB7F-207A-B8E3-E56F-1CCE2FCE0807}"/>
              </a:ext>
            </a:extLst>
          </p:cNvPr>
          <p:cNvSpPr txBox="1"/>
          <p:nvPr/>
        </p:nvSpPr>
        <p:spPr>
          <a:xfrm>
            <a:off x="4291117" y="2977745"/>
            <a:ext cx="37863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文字方塊 479">
            <a:extLst>
              <a:ext uri="{FF2B5EF4-FFF2-40B4-BE49-F238E27FC236}">
                <a16:creationId xmlns:a16="http://schemas.microsoft.com/office/drawing/2014/main" id="{3E39238E-6778-206A-0D03-EBE6D4F38B16}"/>
              </a:ext>
            </a:extLst>
          </p:cNvPr>
          <p:cNvSpPr txBox="1"/>
          <p:nvPr/>
        </p:nvSpPr>
        <p:spPr>
          <a:xfrm>
            <a:off x="8007219" y="1732488"/>
            <a:ext cx="4347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Huber</a:t>
            </a:r>
            <a:endParaRPr lang="zh-TW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76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04A68-FDB6-6E5A-8C1E-5F1F65A9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6BE2-7F0F-8BD6-D7DD-CAAF26CE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0861622-BFB5-BD23-D301-DDEF0213D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6E826DB5-96DD-B98B-C2EA-994DBE568125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F52A1A58-5F42-AE81-C901-033BC545663D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F7006E-43A5-6496-5492-FEA60337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19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0DD7956-2E3B-EA24-EA79-1E75AD50CB93}"/>
              </a:ext>
            </a:extLst>
          </p:cNvPr>
          <p:cNvSpPr>
            <a:spLocks noGrp="1"/>
          </p:cNvSpPr>
          <p:nvPr/>
        </p:nvSpPr>
        <p:spPr bwMode="auto">
          <a:xfrm>
            <a:off x="462667" y="1052736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62DD1FAB-D3A1-AEEA-70A4-5A15EC9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2E82D38-E619-0105-50D3-D12E73F1925B}"/>
              </a:ext>
            </a:extLst>
          </p:cNvPr>
          <p:cNvSpPr/>
          <p:nvPr/>
        </p:nvSpPr>
        <p:spPr>
          <a:xfrm>
            <a:off x="533400" y="2118485"/>
            <a:ext cx="8402786" cy="22725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3D4B1C7-DF43-62A9-ED3B-062A0782BD7C}"/>
              </a:ext>
            </a:extLst>
          </p:cNvPr>
          <p:cNvSpPr txBox="1"/>
          <p:nvPr/>
        </p:nvSpPr>
        <p:spPr>
          <a:xfrm>
            <a:off x="3593105" y="2499610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91995D8E-53FB-8026-6735-8BF84C758FEF}"/>
              </a:ext>
            </a:extLst>
          </p:cNvPr>
          <p:cNvSpPr txBox="1"/>
          <p:nvPr/>
        </p:nvSpPr>
        <p:spPr>
          <a:xfrm>
            <a:off x="628650" y="2151298"/>
            <a:ext cx="3512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Uncertainty Feature Extraction</a:t>
            </a:r>
            <a:endParaRPr lang="zh-TW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2" name="3D 模型 41" descr="Ellipsoid">
                <a:extLst>
                  <a:ext uri="{FF2B5EF4-FFF2-40B4-BE49-F238E27FC236}">
                    <a16:creationId xmlns:a16="http://schemas.microsoft.com/office/drawing/2014/main" id="{5A56C6F1-94F8-D95E-B784-14AC2D39C73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3922015"/>
                  </p:ext>
                </p:extLst>
              </p:nvPr>
            </p:nvGraphicFramePr>
            <p:xfrm rot="20743593">
              <a:off x="992764" y="2683603"/>
              <a:ext cx="919519" cy="521376"/>
            </p:xfrm>
            <a:graphic>
              <a:graphicData uri="http://schemas.microsoft.com/office/drawing/2017/model3d">
                <am3d:model3d r:embed="rId2">
                  <am3d:spPr>
                    <a:xfrm rot="20743593">
                      <a:off x="0" y="0"/>
                      <a:ext cx="919519" cy="521376"/>
                    </a:xfrm>
                    <a:prstGeom prst="rect">
                      <a:avLst/>
                    </a:prstGeom>
                  </am3d:spPr>
                  <am3d:camera>
                    <am3d:pos x="0" y="0" z="707139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38416" d="1000000"/>
                    <am3d:preTrans dx="0" dy="-91816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47915" ay="2095881" az="1077256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33661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2" name="3D 模型 41" descr="Ellipsoid">
                <a:extLst>
                  <a:ext uri="{FF2B5EF4-FFF2-40B4-BE49-F238E27FC236}">
                    <a16:creationId xmlns:a16="http://schemas.microsoft.com/office/drawing/2014/main" id="{5A56C6F1-94F8-D95E-B784-14AC2D39C73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0743593">
                <a:off x="992764" y="2683603"/>
                <a:ext cx="919519" cy="521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3" name="3D 模型 42" descr="Red Sphere">
                <a:extLst>
                  <a:ext uri="{FF2B5EF4-FFF2-40B4-BE49-F238E27FC236}">
                    <a16:creationId xmlns:a16="http://schemas.microsoft.com/office/drawing/2014/main" id="{55FEDA38-8353-7D7F-B96A-97486FE5F9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56382462"/>
                  </p:ext>
                </p:extLst>
              </p:nvPr>
            </p:nvGraphicFramePr>
            <p:xfrm>
              <a:off x="1064817" y="3383432"/>
              <a:ext cx="492845" cy="473891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92845" cy="473891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2233452" ay="-3787730" az="204748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7203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3" name="3D 模型 42" descr="Red Sphere">
                <a:extLst>
                  <a:ext uri="{FF2B5EF4-FFF2-40B4-BE49-F238E27FC236}">
                    <a16:creationId xmlns:a16="http://schemas.microsoft.com/office/drawing/2014/main" id="{55FEDA38-8353-7D7F-B96A-97486FE5F9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817" y="3383432"/>
                <a:ext cx="492845" cy="47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3D 模型 43" descr="Dark Gray Ellipsoid">
                <a:extLst>
                  <a:ext uri="{FF2B5EF4-FFF2-40B4-BE49-F238E27FC236}">
                    <a16:creationId xmlns:a16="http://schemas.microsoft.com/office/drawing/2014/main" id="{3FC28396-704F-1435-AFC0-AFC33F1720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0210328"/>
                  </p:ext>
                </p:extLst>
              </p:nvPr>
            </p:nvGraphicFramePr>
            <p:xfrm rot="17627656">
              <a:off x="1477206" y="3005825"/>
              <a:ext cx="1233703" cy="710489"/>
            </p:xfrm>
            <a:graphic>
              <a:graphicData uri="http://schemas.microsoft.com/office/drawing/2017/model3d">
                <am3d:model3d r:embed="rId6">
                  <am3d:spPr>
                    <a:xfrm rot="17627656">
                      <a:off x="0" y="0"/>
                      <a:ext cx="1233703" cy="710489"/>
                    </a:xfrm>
                    <a:prstGeom prst="rect">
                      <a:avLst/>
                    </a:prstGeom>
                  </am3d:spPr>
                  <am3d:camera>
                    <am3d:pos x="0" y="0" z="707139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38416" d="1000000"/>
                    <am3d:preTrans dx="0" dy="-91816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23107" ay="-1479079" az="93164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17643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3D 模型 43" descr="Dark Gray Ellipsoid">
                <a:extLst>
                  <a:ext uri="{FF2B5EF4-FFF2-40B4-BE49-F238E27FC236}">
                    <a16:creationId xmlns:a16="http://schemas.microsoft.com/office/drawing/2014/main" id="{3FC28396-704F-1435-AFC0-AFC33F1720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7627656">
                <a:off x="1477206" y="3005825"/>
                <a:ext cx="1233703" cy="710489"/>
              </a:xfrm>
              <a:prstGeom prst="rect">
                <a:avLst/>
              </a:prstGeom>
            </p:spPr>
          </p:pic>
        </mc:Fallback>
      </mc:AlternateContent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A7F282A3-ED65-C66A-0352-4A198B111C78}"/>
              </a:ext>
            </a:extLst>
          </p:cNvPr>
          <p:cNvCxnSpPr>
            <a:cxnSpLocks/>
          </p:cNvCxnSpPr>
          <p:nvPr/>
        </p:nvCxnSpPr>
        <p:spPr>
          <a:xfrm flipV="1">
            <a:off x="2593883" y="2780898"/>
            <a:ext cx="2501992" cy="145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平行四邊形 48">
            <a:extLst>
              <a:ext uri="{FF2B5EF4-FFF2-40B4-BE49-F238E27FC236}">
                <a16:creationId xmlns:a16="http://schemas.microsoft.com/office/drawing/2014/main" id="{87F96625-7F67-038E-8E72-631FD85EB1EF}"/>
              </a:ext>
            </a:extLst>
          </p:cNvPr>
          <p:cNvSpPr/>
          <p:nvPr/>
        </p:nvSpPr>
        <p:spPr>
          <a:xfrm>
            <a:off x="5092716" y="2578296"/>
            <a:ext cx="1390650" cy="103505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123CD30F-4533-9D1E-533B-54AE63D17FA8}"/>
              </a:ext>
            </a:extLst>
          </p:cNvPr>
          <p:cNvCxnSpPr>
            <a:cxnSpLocks/>
          </p:cNvCxnSpPr>
          <p:nvPr/>
        </p:nvCxnSpPr>
        <p:spPr>
          <a:xfrm>
            <a:off x="5274531" y="2845152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11E18C98-D217-2587-201F-7173D74B8B8C}"/>
              </a:ext>
            </a:extLst>
          </p:cNvPr>
          <p:cNvCxnSpPr>
            <a:cxnSpLocks/>
            <a:stCxn id="49" idx="5"/>
            <a:endCxn id="49" idx="2"/>
          </p:cNvCxnSpPr>
          <p:nvPr/>
        </p:nvCxnSpPr>
        <p:spPr>
          <a:xfrm>
            <a:off x="5222097" y="3095821"/>
            <a:ext cx="11318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446E29FA-35EF-63E6-DAD2-176425099615}"/>
              </a:ext>
            </a:extLst>
          </p:cNvPr>
          <p:cNvCxnSpPr>
            <a:cxnSpLocks/>
          </p:cNvCxnSpPr>
          <p:nvPr/>
        </p:nvCxnSpPr>
        <p:spPr>
          <a:xfrm>
            <a:off x="5146363" y="3373400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3C58C88A-4BF1-76D5-DE9C-8A79E62BE5B9}"/>
              </a:ext>
            </a:extLst>
          </p:cNvPr>
          <p:cNvCxnSpPr>
            <a:cxnSpLocks/>
            <a:stCxn id="49" idx="3"/>
            <a:endCxn id="49" idx="1"/>
          </p:cNvCxnSpPr>
          <p:nvPr/>
        </p:nvCxnSpPr>
        <p:spPr>
          <a:xfrm flipV="1">
            <a:off x="5658660" y="2578296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1A91F952-A4C9-0228-B5C3-B699E11FAF1E}"/>
              </a:ext>
            </a:extLst>
          </p:cNvPr>
          <p:cNvCxnSpPr>
            <a:cxnSpLocks/>
          </p:cNvCxnSpPr>
          <p:nvPr/>
        </p:nvCxnSpPr>
        <p:spPr>
          <a:xfrm flipV="1">
            <a:off x="5360565" y="2585328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099875F3-6A24-FB5F-8222-0B8B99C6EFA7}"/>
              </a:ext>
            </a:extLst>
          </p:cNvPr>
          <p:cNvCxnSpPr>
            <a:cxnSpLocks/>
          </p:cNvCxnSpPr>
          <p:nvPr/>
        </p:nvCxnSpPr>
        <p:spPr>
          <a:xfrm flipV="1">
            <a:off x="5935922" y="2564232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橢圓 60">
            <a:extLst>
              <a:ext uri="{FF2B5EF4-FFF2-40B4-BE49-F238E27FC236}">
                <a16:creationId xmlns:a16="http://schemas.microsoft.com/office/drawing/2014/main" id="{BDAE335E-0AED-000C-C374-492D85DE4116}"/>
              </a:ext>
            </a:extLst>
          </p:cNvPr>
          <p:cNvSpPr/>
          <p:nvPr/>
        </p:nvSpPr>
        <p:spPr>
          <a:xfrm rot="20906028">
            <a:off x="5325633" y="2662918"/>
            <a:ext cx="676938" cy="288939"/>
          </a:xfrm>
          <a:prstGeom prst="ellipse">
            <a:avLst/>
          </a:prstGeom>
          <a:noFill/>
          <a:ln>
            <a:solidFill>
              <a:srgbClr val="0F4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F92AA2CB-043E-683F-543C-646F397C4A15}"/>
              </a:ext>
            </a:extLst>
          </p:cNvPr>
          <p:cNvSpPr/>
          <p:nvPr/>
        </p:nvSpPr>
        <p:spPr>
          <a:xfrm rot="18161813">
            <a:off x="5712877" y="2989085"/>
            <a:ext cx="676938" cy="288939"/>
          </a:xfrm>
          <a:prstGeom prst="ellipse">
            <a:avLst/>
          </a:prstGeom>
          <a:noFill/>
          <a:ln>
            <a:solidFill>
              <a:srgbClr val="3B3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8" name="橢圓 447">
            <a:extLst>
              <a:ext uri="{FF2B5EF4-FFF2-40B4-BE49-F238E27FC236}">
                <a16:creationId xmlns:a16="http://schemas.microsoft.com/office/drawing/2014/main" id="{EC335CA3-357D-0F27-B751-37BCE067D447}"/>
              </a:ext>
            </a:extLst>
          </p:cNvPr>
          <p:cNvSpPr/>
          <p:nvPr/>
        </p:nvSpPr>
        <p:spPr>
          <a:xfrm>
            <a:off x="5287806" y="3073600"/>
            <a:ext cx="385911" cy="399080"/>
          </a:xfrm>
          <a:prstGeom prst="ellipse">
            <a:avLst/>
          </a:prstGeom>
          <a:noFill/>
          <a:ln>
            <a:solidFill>
              <a:srgbClr val="F712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8" name="平行四邊形 467">
            <a:extLst>
              <a:ext uri="{FF2B5EF4-FFF2-40B4-BE49-F238E27FC236}">
                <a16:creationId xmlns:a16="http://schemas.microsoft.com/office/drawing/2014/main" id="{426FF685-4909-E0C7-83ED-9597B46306F8}"/>
              </a:ext>
            </a:extLst>
          </p:cNvPr>
          <p:cNvSpPr/>
          <p:nvPr/>
        </p:nvSpPr>
        <p:spPr>
          <a:xfrm>
            <a:off x="5245116" y="2730696"/>
            <a:ext cx="1390650" cy="103505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9" name="直線接點 468">
            <a:extLst>
              <a:ext uri="{FF2B5EF4-FFF2-40B4-BE49-F238E27FC236}">
                <a16:creationId xmlns:a16="http://schemas.microsoft.com/office/drawing/2014/main" id="{4ADAD73C-89F8-7679-0C9B-5EBCF9E681A1}"/>
              </a:ext>
            </a:extLst>
          </p:cNvPr>
          <p:cNvCxnSpPr>
            <a:cxnSpLocks/>
          </p:cNvCxnSpPr>
          <p:nvPr/>
        </p:nvCxnSpPr>
        <p:spPr>
          <a:xfrm>
            <a:off x="5426931" y="2997552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0" name="直線接點 469">
            <a:extLst>
              <a:ext uri="{FF2B5EF4-FFF2-40B4-BE49-F238E27FC236}">
                <a16:creationId xmlns:a16="http://schemas.microsoft.com/office/drawing/2014/main" id="{E1A219AF-88A9-D88B-478E-C8F07518820A}"/>
              </a:ext>
            </a:extLst>
          </p:cNvPr>
          <p:cNvCxnSpPr>
            <a:cxnSpLocks/>
            <a:stCxn id="468" idx="5"/>
            <a:endCxn id="468" idx="2"/>
          </p:cNvCxnSpPr>
          <p:nvPr/>
        </p:nvCxnSpPr>
        <p:spPr>
          <a:xfrm>
            <a:off x="5374497" y="3248221"/>
            <a:ext cx="11318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1" name="直線接點 470">
            <a:extLst>
              <a:ext uri="{FF2B5EF4-FFF2-40B4-BE49-F238E27FC236}">
                <a16:creationId xmlns:a16="http://schemas.microsoft.com/office/drawing/2014/main" id="{F9686758-8399-4BD2-DF0C-1356D2A99587}"/>
              </a:ext>
            </a:extLst>
          </p:cNvPr>
          <p:cNvCxnSpPr>
            <a:cxnSpLocks/>
          </p:cNvCxnSpPr>
          <p:nvPr/>
        </p:nvCxnSpPr>
        <p:spPr>
          <a:xfrm>
            <a:off x="5298763" y="3525800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2" name="直線接點 471">
            <a:extLst>
              <a:ext uri="{FF2B5EF4-FFF2-40B4-BE49-F238E27FC236}">
                <a16:creationId xmlns:a16="http://schemas.microsoft.com/office/drawing/2014/main" id="{933355A4-0727-E687-82E6-55CED600BC8C}"/>
              </a:ext>
            </a:extLst>
          </p:cNvPr>
          <p:cNvCxnSpPr>
            <a:cxnSpLocks/>
            <a:stCxn id="468" idx="3"/>
            <a:endCxn id="468" idx="1"/>
          </p:cNvCxnSpPr>
          <p:nvPr/>
        </p:nvCxnSpPr>
        <p:spPr>
          <a:xfrm flipV="1">
            <a:off x="5811060" y="2730696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3" name="直線接點 472">
            <a:extLst>
              <a:ext uri="{FF2B5EF4-FFF2-40B4-BE49-F238E27FC236}">
                <a16:creationId xmlns:a16="http://schemas.microsoft.com/office/drawing/2014/main" id="{3CDEDF19-7EAE-322B-9A23-C84A421F21F1}"/>
              </a:ext>
            </a:extLst>
          </p:cNvPr>
          <p:cNvCxnSpPr>
            <a:cxnSpLocks/>
          </p:cNvCxnSpPr>
          <p:nvPr/>
        </p:nvCxnSpPr>
        <p:spPr>
          <a:xfrm flipV="1">
            <a:off x="5512965" y="2737728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4" name="直線接點 473">
            <a:extLst>
              <a:ext uri="{FF2B5EF4-FFF2-40B4-BE49-F238E27FC236}">
                <a16:creationId xmlns:a16="http://schemas.microsoft.com/office/drawing/2014/main" id="{5F52372C-FFC1-DC30-A6CE-D981C659D802}"/>
              </a:ext>
            </a:extLst>
          </p:cNvPr>
          <p:cNvCxnSpPr>
            <a:cxnSpLocks/>
          </p:cNvCxnSpPr>
          <p:nvPr/>
        </p:nvCxnSpPr>
        <p:spPr>
          <a:xfrm flipV="1">
            <a:off x="6088322" y="2716632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5" name="橢圓 474">
            <a:extLst>
              <a:ext uri="{FF2B5EF4-FFF2-40B4-BE49-F238E27FC236}">
                <a16:creationId xmlns:a16="http://schemas.microsoft.com/office/drawing/2014/main" id="{C1E6E316-A1BA-8418-F8F7-159BBE844AE6}"/>
              </a:ext>
            </a:extLst>
          </p:cNvPr>
          <p:cNvSpPr/>
          <p:nvPr/>
        </p:nvSpPr>
        <p:spPr>
          <a:xfrm rot="20906028">
            <a:off x="5478033" y="2815318"/>
            <a:ext cx="676938" cy="288939"/>
          </a:xfrm>
          <a:prstGeom prst="ellipse">
            <a:avLst/>
          </a:prstGeom>
          <a:noFill/>
          <a:ln>
            <a:solidFill>
              <a:srgbClr val="0F4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6" name="橢圓 475">
            <a:extLst>
              <a:ext uri="{FF2B5EF4-FFF2-40B4-BE49-F238E27FC236}">
                <a16:creationId xmlns:a16="http://schemas.microsoft.com/office/drawing/2014/main" id="{528B33A8-AA21-54AC-0819-C3C6080A019B}"/>
              </a:ext>
            </a:extLst>
          </p:cNvPr>
          <p:cNvSpPr/>
          <p:nvPr/>
        </p:nvSpPr>
        <p:spPr>
          <a:xfrm rot="18161813">
            <a:off x="5865277" y="3141485"/>
            <a:ext cx="676938" cy="288939"/>
          </a:xfrm>
          <a:prstGeom prst="ellipse">
            <a:avLst/>
          </a:prstGeom>
          <a:noFill/>
          <a:ln>
            <a:solidFill>
              <a:srgbClr val="3B3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7" name="橢圓 476">
            <a:extLst>
              <a:ext uri="{FF2B5EF4-FFF2-40B4-BE49-F238E27FC236}">
                <a16:creationId xmlns:a16="http://schemas.microsoft.com/office/drawing/2014/main" id="{EA7D3CAD-E138-9C12-E985-A8E3B102E52D}"/>
              </a:ext>
            </a:extLst>
          </p:cNvPr>
          <p:cNvSpPr/>
          <p:nvPr/>
        </p:nvSpPr>
        <p:spPr>
          <a:xfrm>
            <a:off x="5440206" y="3226000"/>
            <a:ext cx="385911" cy="399080"/>
          </a:xfrm>
          <a:prstGeom prst="ellipse">
            <a:avLst/>
          </a:prstGeom>
          <a:noFill/>
          <a:ln>
            <a:solidFill>
              <a:srgbClr val="F712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8" name="平行四邊形 477">
            <a:extLst>
              <a:ext uri="{FF2B5EF4-FFF2-40B4-BE49-F238E27FC236}">
                <a16:creationId xmlns:a16="http://schemas.microsoft.com/office/drawing/2014/main" id="{4DA16019-677C-6BC8-A932-381A70EABC5D}"/>
              </a:ext>
            </a:extLst>
          </p:cNvPr>
          <p:cNvSpPr/>
          <p:nvPr/>
        </p:nvSpPr>
        <p:spPr>
          <a:xfrm>
            <a:off x="5397516" y="2883096"/>
            <a:ext cx="1390650" cy="103505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79" name="直線接點 478">
            <a:extLst>
              <a:ext uri="{FF2B5EF4-FFF2-40B4-BE49-F238E27FC236}">
                <a16:creationId xmlns:a16="http://schemas.microsoft.com/office/drawing/2014/main" id="{07D523A7-7A81-D788-818C-1B1D89756058}"/>
              </a:ext>
            </a:extLst>
          </p:cNvPr>
          <p:cNvCxnSpPr>
            <a:cxnSpLocks/>
          </p:cNvCxnSpPr>
          <p:nvPr/>
        </p:nvCxnSpPr>
        <p:spPr>
          <a:xfrm>
            <a:off x="5579331" y="3149952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0" name="直線接點 479">
            <a:extLst>
              <a:ext uri="{FF2B5EF4-FFF2-40B4-BE49-F238E27FC236}">
                <a16:creationId xmlns:a16="http://schemas.microsoft.com/office/drawing/2014/main" id="{C854FCF6-02B3-8EFE-E1EF-26A3DC599523}"/>
              </a:ext>
            </a:extLst>
          </p:cNvPr>
          <p:cNvCxnSpPr>
            <a:cxnSpLocks/>
            <a:stCxn id="478" idx="5"/>
            <a:endCxn id="478" idx="2"/>
          </p:cNvCxnSpPr>
          <p:nvPr/>
        </p:nvCxnSpPr>
        <p:spPr>
          <a:xfrm>
            <a:off x="5526897" y="3400621"/>
            <a:ext cx="11318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1" name="直線接點 480">
            <a:extLst>
              <a:ext uri="{FF2B5EF4-FFF2-40B4-BE49-F238E27FC236}">
                <a16:creationId xmlns:a16="http://schemas.microsoft.com/office/drawing/2014/main" id="{BA0A83B2-9959-71E5-4D4B-705890845BF9}"/>
              </a:ext>
            </a:extLst>
          </p:cNvPr>
          <p:cNvCxnSpPr>
            <a:cxnSpLocks/>
          </p:cNvCxnSpPr>
          <p:nvPr/>
        </p:nvCxnSpPr>
        <p:spPr>
          <a:xfrm>
            <a:off x="5451163" y="3678200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2" name="直線接點 481">
            <a:extLst>
              <a:ext uri="{FF2B5EF4-FFF2-40B4-BE49-F238E27FC236}">
                <a16:creationId xmlns:a16="http://schemas.microsoft.com/office/drawing/2014/main" id="{0AF2AA3D-E364-55A8-DFC0-CD111F7DB3E3}"/>
              </a:ext>
            </a:extLst>
          </p:cNvPr>
          <p:cNvCxnSpPr>
            <a:cxnSpLocks/>
            <a:stCxn id="478" idx="3"/>
            <a:endCxn id="478" idx="1"/>
          </p:cNvCxnSpPr>
          <p:nvPr/>
        </p:nvCxnSpPr>
        <p:spPr>
          <a:xfrm flipV="1">
            <a:off x="5963460" y="2883096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3" name="直線接點 482">
            <a:extLst>
              <a:ext uri="{FF2B5EF4-FFF2-40B4-BE49-F238E27FC236}">
                <a16:creationId xmlns:a16="http://schemas.microsoft.com/office/drawing/2014/main" id="{061B2E10-C9DB-2F71-549B-F72F6D411EC7}"/>
              </a:ext>
            </a:extLst>
          </p:cNvPr>
          <p:cNvCxnSpPr>
            <a:cxnSpLocks/>
          </p:cNvCxnSpPr>
          <p:nvPr/>
        </p:nvCxnSpPr>
        <p:spPr>
          <a:xfrm flipV="1">
            <a:off x="5665365" y="2890128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4" name="直線接點 483">
            <a:extLst>
              <a:ext uri="{FF2B5EF4-FFF2-40B4-BE49-F238E27FC236}">
                <a16:creationId xmlns:a16="http://schemas.microsoft.com/office/drawing/2014/main" id="{3DFA19B4-81EA-428F-7A05-FC7222BB854F}"/>
              </a:ext>
            </a:extLst>
          </p:cNvPr>
          <p:cNvCxnSpPr>
            <a:cxnSpLocks/>
          </p:cNvCxnSpPr>
          <p:nvPr/>
        </p:nvCxnSpPr>
        <p:spPr>
          <a:xfrm flipV="1">
            <a:off x="6240722" y="2869032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5" name="橢圓 484">
            <a:extLst>
              <a:ext uri="{FF2B5EF4-FFF2-40B4-BE49-F238E27FC236}">
                <a16:creationId xmlns:a16="http://schemas.microsoft.com/office/drawing/2014/main" id="{B556E816-6160-8900-1528-C1C2D74E869F}"/>
              </a:ext>
            </a:extLst>
          </p:cNvPr>
          <p:cNvSpPr/>
          <p:nvPr/>
        </p:nvSpPr>
        <p:spPr>
          <a:xfrm rot="20906028">
            <a:off x="5630433" y="2967718"/>
            <a:ext cx="676938" cy="288939"/>
          </a:xfrm>
          <a:prstGeom prst="ellipse">
            <a:avLst/>
          </a:prstGeom>
          <a:noFill/>
          <a:ln>
            <a:solidFill>
              <a:srgbClr val="0F4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6" name="橢圓 485">
            <a:extLst>
              <a:ext uri="{FF2B5EF4-FFF2-40B4-BE49-F238E27FC236}">
                <a16:creationId xmlns:a16="http://schemas.microsoft.com/office/drawing/2014/main" id="{48C6470A-8C09-E8E5-3951-62A9C0397BF8}"/>
              </a:ext>
            </a:extLst>
          </p:cNvPr>
          <p:cNvSpPr/>
          <p:nvPr/>
        </p:nvSpPr>
        <p:spPr>
          <a:xfrm rot="18161813">
            <a:off x="6017677" y="3293885"/>
            <a:ext cx="676938" cy="288939"/>
          </a:xfrm>
          <a:prstGeom prst="ellipse">
            <a:avLst/>
          </a:prstGeom>
          <a:noFill/>
          <a:ln>
            <a:solidFill>
              <a:srgbClr val="3B3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7" name="橢圓 486">
            <a:extLst>
              <a:ext uri="{FF2B5EF4-FFF2-40B4-BE49-F238E27FC236}">
                <a16:creationId xmlns:a16="http://schemas.microsoft.com/office/drawing/2014/main" id="{787B894A-ABB3-82CA-5115-CDF7C81779F8}"/>
              </a:ext>
            </a:extLst>
          </p:cNvPr>
          <p:cNvSpPr/>
          <p:nvPr/>
        </p:nvSpPr>
        <p:spPr>
          <a:xfrm>
            <a:off x="5592606" y="3378400"/>
            <a:ext cx="385911" cy="399080"/>
          </a:xfrm>
          <a:prstGeom prst="ellipse">
            <a:avLst/>
          </a:prstGeom>
          <a:noFill/>
          <a:ln>
            <a:solidFill>
              <a:srgbClr val="F712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8" name="平行四邊形 487">
            <a:extLst>
              <a:ext uri="{FF2B5EF4-FFF2-40B4-BE49-F238E27FC236}">
                <a16:creationId xmlns:a16="http://schemas.microsoft.com/office/drawing/2014/main" id="{E2ED6F03-D28D-1C99-9E82-6E429BAE9866}"/>
              </a:ext>
            </a:extLst>
          </p:cNvPr>
          <p:cNvSpPr/>
          <p:nvPr/>
        </p:nvSpPr>
        <p:spPr>
          <a:xfrm>
            <a:off x="5549916" y="3035496"/>
            <a:ext cx="1390650" cy="1035050"/>
          </a:xfrm>
          <a:prstGeom prst="parallelogram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9" name="直線接點 488">
            <a:extLst>
              <a:ext uri="{FF2B5EF4-FFF2-40B4-BE49-F238E27FC236}">
                <a16:creationId xmlns:a16="http://schemas.microsoft.com/office/drawing/2014/main" id="{A637E3BC-C774-7645-6F9F-7A64CF0858BD}"/>
              </a:ext>
            </a:extLst>
          </p:cNvPr>
          <p:cNvCxnSpPr>
            <a:cxnSpLocks/>
          </p:cNvCxnSpPr>
          <p:nvPr/>
        </p:nvCxnSpPr>
        <p:spPr>
          <a:xfrm>
            <a:off x="5731731" y="3302352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0" name="直線接點 489">
            <a:extLst>
              <a:ext uri="{FF2B5EF4-FFF2-40B4-BE49-F238E27FC236}">
                <a16:creationId xmlns:a16="http://schemas.microsoft.com/office/drawing/2014/main" id="{8B1B7D44-8A44-522A-4D0A-0E7FB4C5EBB9}"/>
              </a:ext>
            </a:extLst>
          </p:cNvPr>
          <p:cNvCxnSpPr>
            <a:cxnSpLocks/>
            <a:stCxn id="488" idx="5"/>
            <a:endCxn id="488" idx="2"/>
          </p:cNvCxnSpPr>
          <p:nvPr/>
        </p:nvCxnSpPr>
        <p:spPr>
          <a:xfrm>
            <a:off x="5679297" y="3553021"/>
            <a:ext cx="11318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" name="直線接點 490">
            <a:extLst>
              <a:ext uri="{FF2B5EF4-FFF2-40B4-BE49-F238E27FC236}">
                <a16:creationId xmlns:a16="http://schemas.microsoft.com/office/drawing/2014/main" id="{98F0485A-4A63-2DB5-D9DB-E4481C4B3EA7}"/>
              </a:ext>
            </a:extLst>
          </p:cNvPr>
          <p:cNvCxnSpPr>
            <a:cxnSpLocks/>
          </p:cNvCxnSpPr>
          <p:nvPr/>
        </p:nvCxnSpPr>
        <p:spPr>
          <a:xfrm>
            <a:off x="5603563" y="3830600"/>
            <a:ext cx="1158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2" name="直線接點 491">
            <a:extLst>
              <a:ext uri="{FF2B5EF4-FFF2-40B4-BE49-F238E27FC236}">
                <a16:creationId xmlns:a16="http://schemas.microsoft.com/office/drawing/2014/main" id="{7CBC12E6-B378-143E-0428-7C67619C602D}"/>
              </a:ext>
            </a:extLst>
          </p:cNvPr>
          <p:cNvCxnSpPr>
            <a:cxnSpLocks/>
            <a:stCxn id="488" idx="3"/>
            <a:endCxn id="488" idx="1"/>
          </p:cNvCxnSpPr>
          <p:nvPr/>
        </p:nvCxnSpPr>
        <p:spPr>
          <a:xfrm flipV="1">
            <a:off x="6115860" y="3035496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3" name="直線接點 492">
            <a:extLst>
              <a:ext uri="{FF2B5EF4-FFF2-40B4-BE49-F238E27FC236}">
                <a16:creationId xmlns:a16="http://schemas.microsoft.com/office/drawing/2014/main" id="{0E2C23A6-FEE5-C175-FA22-B748294169D7}"/>
              </a:ext>
            </a:extLst>
          </p:cNvPr>
          <p:cNvCxnSpPr>
            <a:cxnSpLocks/>
          </p:cNvCxnSpPr>
          <p:nvPr/>
        </p:nvCxnSpPr>
        <p:spPr>
          <a:xfrm flipV="1">
            <a:off x="5817765" y="3042528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4" name="直線接點 493">
            <a:extLst>
              <a:ext uri="{FF2B5EF4-FFF2-40B4-BE49-F238E27FC236}">
                <a16:creationId xmlns:a16="http://schemas.microsoft.com/office/drawing/2014/main" id="{3D7C3E66-5604-3254-E7BC-0B8BA9B7B528}"/>
              </a:ext>
            </a:extLst>
          </p:cNvPr>
          <p:cNvCxnSpPr>
            <a:cxnSpLocks/>
          </p:cNvCxnSpPr>
          <p:nvPr/>
        </p:nvCxnSpPr>
        <p:spPr>
          <a:xfrm flipV="1">
            <a:off x="6393122" y="3021432"/>
            <a:ext cx="258762" cy="1035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5" name="橢圓 494">
            <a:extLst>
              <a:ext uri="{FF2B5EF4-FFF2-40B4-BE49-F238E27FC236}">
                <a16:creationId xmlns:a16="http://schemas.microsoft.com/office/drawing/2014/main" id="{D247107D-08EF-5161-27F1-039075AC894D}"/>
              </a:ext>
            </a:extLst>
          </p:cNvPr>
          <p:cNvSpPr/>
          <p:nvPr/>
        </p:nvSpPr>
        <p:spPr>
          <a:xfrm rot="20906028">
            <a:off x="5782833" y="3120118"/>
            <a:ext cx="676938" cy="288939"/>
          </a:xfrm>
          <a:prstGeom prst="ellipse">
            <a:avLst/>
          </a:prstGeom>
          <a:solidFill>
            <a:schemeClr val="accent1"/>
          </a:solidFill>
          <a:ln>
            <a:solidFill>
              <a:srgbClr val="0F4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6" name="橢圓 495">
            <a:extLst>
              <a:ext uri="{FF2B5EF4-FFF2-40B4-BE49-F238E27FC236}">
                <a16:creationId xmlns:a16="http://schemas.microsoft.com/office/drawing/2014/main" id="{E77B279E-A88D-2C3C-1273-415A6416D948}"/>
              </a:ext>
            </a:extLst>
          </p:cNvPr>
          <p:cNvSpPr/>
          <p:nvPr/>
        </p:nvSpPr>
        <p:spPr>
          <a:xfrm rot="18161813">
            <a:off x="6170077" y="3446285"/>
            <a:ext cx="676938" cy="288939"/>
          </a:xfrm>
          <a:prstGeom prst="ellipse">
            <a:avLst/>
          </a:prstGeom>
          <a:solidFill>
            <a:schemeClr val="accent3"/>
          </a:solidFill>
          <a:ln>
            <a:solidFill>
              <a:srgbClr val="3B3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7" name="橢圓 496">
            <a:extLst>
              <a:ext uri="{FF2B5EF4-FFF2-40B4-BE49-F238E27FC236}">
                <a16:creationId xmlns:a16="http://schemas.microsoft.com/office/drawing/2014/main" id="{331C337B-4455-AD9D-73B5-AED5FBDF869A}"/>
              </a:ext>
            </a:extLst>
          </p:cNvPr>
          <p:cNvSpPr/>
          <p:nvPr/>
        </p:nvSpPr>
        <p:spPr>
          <a:xfrm>
            <a:off x="5745006" y="3530800"/>
            <a:ext cx="385911" cy="399080"/>
          </a:xfrm>
          <a:prstGeom prst="ellipse">
            <a:avLst/>
          </a:prstGeom>
          <a:solidFill>
            <a:srgbClr val="F71211"/>
          </a:solidFill>
          <a:ln>
            <a:solidFill>
              <a:srgbClr val="F712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8" name="文字方塊 497">
            <a:extLst>
              <a:ext uri="{FF2B5EF4-FFF2-40B4-BE49-F238E27FC236}">
                <a16:creationId xmlns:a16="http://schemas.microsoft.com/office/drawing/2014/main" id="{5E0D53B1-F5CA-8AF7-7FF6-4003BFA72A58}"/>
              </a:ext>
            </a:extLst>
          </p:cNvPr>
          <p:cNvSpPr txBox="1"/>
          <p:nvPr/>
        </p:nvSpPr>
        <p:spPr>
          <a:xfrm>
            <a:off x="6442857" y="2411185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sum map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9" name="文字方塊 498">
            <a:extLst>
              <a:ext uri="{FF2B5EF4-FFF2-40B4-BE49-F238E27FC236}">
                <a16:creationId xmlns:a16="http://schemas.microsoft.com/office/drawing/2014/main" id="{05381B07-D01F-71C6-D0C9-AF4EBF76873A}"/>
              </a:ext>
            </a:extLst>
          </p:cNvPr>
          <p:cNvSpPr txBox="1"/>
          <p:nvPr/>
        </p:nvSpPr>
        <p:spPr>
          <a:xfrm>
            <a:off x="6620246" y="2585158"/>
            <a:ext cx="16577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variance map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0" name="文字方塊 499">
            <a:extLst>
              <a:ext uri="{FF2B5EF4-FFF2-40B4-BE49-F238E27FC236}">
                <a16:creationId xmlns:a16="http://schemas.microsoft.com/office/drawing/2014/main" id="{23AAA536-BB8E-F61B-E43E-A1D71C15C8A1}"/>
              </a:ext>
            </a:extLst>
          </p:cNvPr>
          <p:cNvSpPr txBox="1"/>
          <p:nvPr/>
        </p:nvSpPr>
        <p:spPr>
          <a:xfrm>
            <a:off x="6906192" y="2960760"/>
            <a:ext cx="2042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covariance area map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" name="文字方塊 500">
            <a:extLst>
              <a:ext uri="{FF2B5EF4-FFF2-40B4-BE49-F238E27FC236}">
                <a16:creationId xmlns:a16="http://schemas.microsoft.com/office/drawing/2014/main" id="{0342B544-8874-1FB7-A335-A4DBFF2EA11A}"/>
              </a:ext>
            </a:extLst>
          </p:cNvPr>
          <p:cNvSpPr txBox="1"/>
          <p:nvPr/>
        </p:nvSpPr>
        <p:spPr>
          <a:xfrm>
            <a:off x="6808934" y="2773223"/>
            <a:ext cx="1691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direction map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" name="文字方塊 501">
            <a:extLst>
              <a:ext uri="{FF2B5EF4-FFF2-40B4-BE49-F238E27FC236}">
                <a16:creationId xmlns:a16="http://schemas.microsoft.com/office/drawing/2014/main" id="{90DE98B0-4F3A-B416-FA11-078B97C11924}"/>
              </a:ext>
            </a:extLst>
          </p:cNvPr>
          <p:cNvSpPr txBox="1"/>
          <p:nvPr/>
        </p:nvSpPr>
        <p:spPr>
          <a:xfrm>
            <a:off x="3105668" y="2795076"/>
            <a:ext cx="1729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color*transmittance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3" name="直線單箭頭接點 502">
            <a:extLst>
              <a:ext uri="{FF2B5EF4-FFF2-40B4-BE49-F238E27FC236}">
                <a16:creationId xmlns:a16="http://schemas.microsoft.com/office/drawing/2014/main" id="{8C54126B-AFE7-3F84-97C9-70C3AE2EC7D2}"/>
              </a:ext>
            </a:extLst>
          </p:cNvPr>
          <p:cNvCxnSpPr>
            <a:cxnSpLocks/>
          </p:cNvCxnSpPr>
          <p:nvPr/>
        </p:nvCxnSpPr>
        <p:spPr>
          <a:xfrm flipV="1">
            <a:off x="2593203" y="3084977"/>
            <a:ext cx="2501992" cy="145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4" name="文字方塊 503">
            <a:extLst>
              <a:ext uri="{FF2B5EF4-FFF2-40B4-BE49-F238E27FC236}">
                <a16:creationId xmlns:a16="http://schemas.microsoft.com/office/drawing/2014/main" id="{4D086A8D-E93E-947D-6420-4585721E6F22}"/>
              </a:ext>
            </a:extLst>
          </p:cNvPr>
          <p:cNvSpPr txBox="1"/>
          <p:nvPr/>
        </p:nvSpPr>
        <p:spPr>
          <a:xfrm>
            <a:off x="3314303" y="3178124"/>
            <a:ext cx="1263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direction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5" name="直線單箭頭接點 504">
            <a:extLst>
              <a:ext uri="{FF2B5EF4-FFF2-40B4-BE49-F238E27FC236}">
                <a16:creationId xmlns:a16="http://schemas.microsoft.com/office/drawing/2014/main" id="{41728B17-3AAD-C6FF-8F54-AF89E0E65D75}"/>
              </a:ext>
            </a:extLst>
          </p:cNvPr>
          <p:cNvCxnSpPr>
            <a:cxnSpLocks/>
          </p:cNvCxnSpPr>
          <p:nvPr/>
        </p:nvCxnSpPr>
        <p:spPr>
          <a:xfrm flipV="1">
            <a:off x="2591799" y="3439474"/>
            <a:ext cx="2501992" cy="145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6" name="文字方塊 505">
            <a:extLst>
              <a:ext uri="{FF2B5EF4-FFF2-40B4-BE49-F238E27FC236}">
                <a16:creationId xmlns:a16="http://schemas.microsoft.com/office/drawing/2014/main" id="{C8D13E41-FF0D-E0D8-9DB5-012711CFD791}"/>
              </a:ext>
            </a:extLst>
          </p:cNvPr>
          <p:cNvSpPr txBox="1"/>
          <p:nvPr/>
        </p:nvSpPr>
        <p:spPr>
          <a:xfrm>
            <a:off x="3270521" y="3533131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covariance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7" name="直線單箭頭接點 506">
            <a:extLst>
              <a:ext uri="{FF2B5EF4-FFF2-40B4-BE49-F238E27FC236}">
                <a16:creationId xmlns:a16="http://schemas.microsoft.com/office/drawing/2014/main" id="{36DFF874-84DE-508F-3869-D194956309F9}"/>
              </a:ext>
            </a:extLst>
          </p:cNvPr>
          <p:cNvCxnSpPr>
            <a:cxnSpLocks/>
          </p:cNvCxnSpPr>
          <p:nvPr/>
        </p:nvCxnSpPr>
        <p:spPr>
          <a:xfrm flipV="1">
            <a:off x="2575601" y="3822546"/>
            <a:ext cx="2501992" cy="145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8" name="文字方塊 507">
            <a:extLst>
              <a:ext uri="{FF2B5EF4-FFF2-40B4-BE49-F238E27FC236}">
                <a16:creationId xmlns:a16="http://schemas.microsoft.com/office/drawing/2014/main" id="{C63F9095-9EDA-00F1-21FA-587BD869036C}"/>
              </a:ext>
            </a:extLst>
          </p:cNvPr>
          <p:cNvSpPr txBox="1"/>
          <p:nvPr/>
        </p:nvSpPr>
        <p:spPr>
          <a:xfrm>
            <a:off x="553611" y="4030058"/>
            <a:ext cx="2760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[N, {mean3D, quat, opacity, scales, colors}]</a:t>
            </a:r>
            <a:endParaRPr lang="zh-TW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9" name="文字方塊 508">
            <a:extLst>
              <a:ext uri="{FF2B5EF4-FFF2-40B4-BE49-F238E27FC236}">
                <a16:creationId xmlns:a16="http://schemas.microsoft.com/office/drawing/2014/main" id="{3F2B06CF-B97F-8F15-C48E-01D268FF6A18}"/>
              </a:ext>
            </a:extLst>
          </p:cNvPr>
          <p:cNvSpPr txBox="1"/>
          <p:nvPr/>
        </p:nvSpPr>
        <p:spPr>
          <a:xfrm>
            <a:off x="5766735" y="4056021"/>
            <a:ext cx="7393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[H, W, 4]</a:t>
            </a:r>
            <a:endParaRPr lang="zh-TW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65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A4E3-653B-4FEB-A6C9-286DD009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10DD65-69EE-2CB0-C3C7-E8346982F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5% Replacement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2F760FB-ED79-0771-C524-C0C44F991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F101BBC3-D1E0-A8E2-CE03-EDF8D69EE847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4A575A6D-12C3-DEBA-5542-CDB0F1F3D1EF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FA56D0-83F1-D3C7-F170-1D93DB89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20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0F06909-4B8B-EB7F-4627-1B918AC2EA00}"/>
              </a:ext>
            </a:extLst>
          </p:cNvPr>
          <p:cNvSpPr>
            <a:spLocks noGrp="1"/>
          </p:cNvSpPr>
          <p:nvPr/>
        </p:nvSpPr>
        <p:spPr bwMode="auto">
          <a:xfrm>
            <a:off x="462667" y="1052736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8A1DD411-80C8-8970-F46A-C9C941DD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412EE0B9-5DAD-1F48-C239-7008A3283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31" y="1284814"/>
            <a:ext cx="6944694" cy="236253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A69E0A5-03B3-8493-01F5-EBC3269595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9"/>
          <a:stretch/>
        </p:blipFill>
        <p:spPr>
          <a:xfrm>
            <a:off x="1008653" y="3656869"/>
            <a:ext cx="6982799" cy="24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6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C519-7789-C0FE-1589-CC1F8071A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EFE59-99AF-12B8-DD49-B3AC32B79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10% Replacement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708C71-FE53-BF30-109C-124EC082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82530A6C-6D93-E5F7-4126-6461B5C4A2AF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EA3CFB6-095B-6FC9-BF7B-5FB5ACBBE681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2F9AB0-0B75-5084-26C0-380603AD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21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CAD4821-B576-321B-20E0-DC3B77B77406}"/>
              </a:ext>
            </a:extLst>
          </p:cNvPr>
          <p:cNvSpPr>
            <a:spLocks noGrp="1"/>
          </p:cNvSpPr>
          <p:nvPr/>
        </p:nvSpPr>
        <p:spPr bwMode="auto">
          <a:xfrm>
            <a:off x="462667" y="1052736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1E14CB70-BC31-661A-B183-7653A9577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2A9E79D-08AF-D803-6AB9-4E3753504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187" y="1133306"/>
            <a:ext cx="6963747" cy="241968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C66CD9B-7B45-E44F-DADB-E0420E7D3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038" y="3547839"/>
            <a:ext cx="6973273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0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5767B-FBD8-9395-99C8-AD105DB8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15319-8925-F1C4-2B08-B221E9B0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50% Replacement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4CA465E-8B0F-EF6B-36EE-499D6FA4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26FE608E-907B-7F51-BD1E-6D88DF0D0BB0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1BEFC13-CEA2-5A7A-293E-B3D55FE5766F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4F6101-0F39-9D96-9268-17D50AB0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22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BA339A5D-A62A-695A-6F9C-65FD9807E38B}"/>
              </a:ext>
            </a:extLst>
          </p:cNvPr>
          <p:cNvSpPr>
            <a:spLocks noGrp="1"/>
          </p:cNvSpPr>
          <p:nvPr/>
        </p:nvSpPr>
        <p:spPr bwMode="auto">
          <a:xfrm>
            <a:off x="462667" y="1052736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53EA37CB-7E60-26B4-55EE-C93F791C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95ABAE7-394A-0248-7524-8D901346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73" y="1305839"/>
            <a:ext cx="6963747" cy="242921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3B92487-3E9A-CF04-CA10-11E20D74C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73" y="3699734"/>
            <a:ext cx="7020905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3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E25A9-99BD-3F1D-CFF8-2D9D1756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F691C2-A451-6150-7452-20DA05F0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Method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B8EEC5F-61F0-ED5F-01CA-F3C44AE7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9E7DAAF4-B30C-905E-5CC6-41F262460EF3}"/>
              </a:ext>
            </a:extLst>
          </p:cNvPr>
          <p:cNvCxnSpPr/>
          <p:nvPr/>
        </p:nvCxnSpPr>
        <p:spPr>
          <a:xfrm>
            <a:off x="467545" y="8846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BC5ED40-EB91-0EB8-8751-CE1D44B6AC7B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57F496-FE48-7D0E-F4FB-76BBADA3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23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E5C9BFF-2C83-CFD5-C885-D5CAE75254E9}"/>
              </a:ext>
            </a:extLst>
          </p:cNvPr>
          <p:cNvSpPr>
            <a:spLocks noGrp="1"/>
          </p:cNvSpPr>
          <p:nvPr/>
        </p:nvSpPr>
        <p:spPr bwMode="auto">
          <a:xfrm>
            <a:off x="462667" y="1052736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658238F7-55C3-A03A-B272-A5C6D0DE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6BB9A36D-D29F-6175-D46C-E1AB4A789C9A}"/>
              </a:ext>
            </a:extLst>
          </p:cNvPr>
          <p:cNvSpPr txBox="1">
            <a:spLocks/>
          </p:cNvSpPr>
          <p:nvPr/>
        </p:nvSpPr>
        <p:spPr>
          <a:xfrm>
            <a:off x="-62422" y="1837217"/>
            <a:ext cx="213540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600" dirty="0"/>
              <a:t>5% Replacement</a:t>
            </a:r>
            <a:endParaRPr lang="zh-TW" altLang="en-US" sz="1600" dirty="0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22E53D5D-7A5E-8F33-5B04-128C828006F9}"/>
              </a:ext>
            </a:extLst>
          </p:cNvPr>
          <p:cNvSpPr txBox="1">
            <a:spLocks/>
          </p:cNvSpPr>
          <p:nvPr/>
        </p:nvSpPr>
        <p:spPr>
          <a:xfrm>
            <a:off x="-121624" y="4596036"/>
            <a:ext cx="21925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600" dirty="0"/>
              <a:t>50% Replacement</a:t>
            </a:r>
            <a:endParaRPr lang="zh-TW" altLang="en-US" sz="1600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5B4B181-56EB-A801-DC88-2C323852D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3899529"/>
            <a:ext cx="5356167" cy="282194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FFBF8D7-F00F-CF72-426C-A0C4913CA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956407"/>
            <a:ext cx="5356167" cy="280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3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A88F-FB2E-90E6-5A2F-6FA031AD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346EA-25EA-61DE-79CC-CAD11BAC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30%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8ABCF5D-E6AC-5519-79F3-8F9CB486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D815D9E8-98BE-C9E0-EE92-68BD924B1055}"/>
              </a:ext>
            </a:extLst>
          </p:cNvPr>
          <p:cNvCxnSpPr/>
          <p:nvPr/>
        </p:nvCxnSpPr>
        <p:spPr>
          <a:xfrm>
            <a:off x="360974" y="11132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2962D597-1386-7823-281C-B293AD94AB8B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024C76-05B1-7ACA-D3AF-128ECC64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24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7C9285C-2709-216A-613A-0A622BE82055}"/>
              </a:ext>
            </a:extLst>
          </p:cNvPr>
          <p:cNvSpPr>
            <a:spLocks noGrp="1"/>
          </p:cNvSpPr>
          <p:nvPr/>
        </p:nvSpPr>
        <p:spPr bwMode="auto">
          <a:xfrm>
            <a:off x="462667" y="1052736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C82EA732-8588-0408-937A-4D9A5B63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06C06FC-E775-62AA-FD86-3AC0540E1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681" y="1305837"/>
            <a:ext cx="2324424" cy="241016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99ECDC0-2AAA-B3E5-8909-577357CAF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105" y="1337785"/>
            <a:ext cx="2333951" cy="236253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FFC6F072-CDD2-6E8D-DF7B-96E11AF4B8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3" t="1283"/>
          <a:stretch/>
        </p:blipFill>
        <p:spPr>
          <a:xfrm>
            <a:off x="5561460" y="1311660"/>
            <a:ext cx="2324424" cy="2388655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C4EEBBA0-F0FC-CDB0-8BED-6BC923610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46" y="3754098"/>
            <a:ext cx="2333951" cy="2400635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C0CE8259-89E9-3ED1-145E-A7C48CF3A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9016" y="3744572"/>
            <a:ext cx="2314898" cy="2400635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CCF015DF-5917-D57F-C97C-65502EDCB9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58" t="2089" r="1712" b="3543"/>
          <a:stretch/>
        </p:blipFill>
        <p:spPr>
          <a:xfrm>
            <a:off x="4589910" y="3855617"/>
            <a:ext cx="2270889" cy="2258965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929DAD86-D709-094F-C867-4A9843593E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968" y="3733511"/>
            <a:ext cx="1063826" cy="104189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22FABC44-FAEB-0611-088C-B990FB7E891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25" t="1753" r="3076" b="2393"/>
          <a:stretch/>
        </p:blipFill>
        <p:spPr>
          <a:xfrm>
            <a:off x="6857821" y="3733800"/>
            <a:ext cx="2248079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5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0EA2-027B-2546-8893-08CA3BD7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6DE5C-0E23-B154-DBB8-878778000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422" y="13426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30%</a:t>
            </a:r>
            <a:endParaRPr lang="zh-TW" altLang="en-US" sz="24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F6921BD-E60B-F8A1-4F8D-DDD3A6F5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CMU 16825</a:t>
            </a:r>
            <a:endParaRPr lang="zh-TW" altLang="en-US" dirty="0"/>
          </a:p>
        </p:txBody>
      </p:sp>
      <p:cxnSp>
        <p:nvCxnSpPr>
          <p:cNvPr id="8" name="直線接點 3">
            <a:extLst>
              <a:ext uri="{FF2B5EF4-FFF2-40B4-BE49-F238E27FC236}">
                <a16:creationId xmlns:a16="http://schemas.microsoft.com/office/drawing/2014/main" id="{BDCA2DCD-005D-CF62-5AB1-44FAAD5C4EA7}"/>
              </a:ext>
            </a:extLst>
          </p:cNvPr>
          <p:cNvCxnSpPr/>
          <p:nvPr/>
        </p:nvCxnSpPr>
        <p:spPr>
          <a:xfrm>
            <a:off x="360974" y="1113257"/>
            <a:ext cx="835903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3C657428-3F94-29D0-8E3E-EC08A16AF0A7}"/>
              </a:ext>
            </a:extLst>
          </p:cNvPr>
          <p:cNvSpPr>
            <a:spLocks noGrp="1"/>
          </p:cNvSpPr>
          <p:nvPr/>
        </p:nvSpPr>
        <p:spPr bwMode="auto">
          <a:xfrm>
            <a:off x="467545" y="1052736"/>
            <a:ext cx="835903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>
              <a:buClrTx/>
              <a:buSzPct val="100000"/>
              <a:buFont typeface="Wingdings" pitchFamily="2" charset="2"/>
              <a:buChar char="l"/>
            </a:pPr>
            <a:endParaRPr lang="en-US" altLang="zh-TW" dirty="0">
              <a:solidFill>
                <a:schemeClr val="tx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buClrTx/>
              <a:buFont typeface="Wingdings" pitchFamily="2" charset="2"/>
              <a:buChar char="l"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26793B-6C4A-20D9-3703-2CCF779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AC07-5FB4-4BB0-8DE0-45D2ACBF052D}" type="slidenum">
              <a:rPr lang="zh-TW" altLang="en-US" smtClean="0"/>
              <a:t>25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48787FC-0D9E-C424-8F66-F2229B056787}"/>
              </a:ext>
            </a:extLst>
          </p:cNvPr>
          <p:cNvSpPr>
            <a:spLocks noGrp="1"/>
          </p:cNvSpPr>
          <p:nvPr/>
        </p:nvSpPr>
        <p:spPr bwMode="auto">
          <a:xfrm>
            <a:off x="462667" y="1052736"/>
            <a:ext cx="852936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o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5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p"/>
              <a:defRPr kumimoji="1" sz="2200">
                <a:solidFill>
                  <a:schemeClr val="tx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o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l"/>
            </a:pPr>
            <a:endParaRPr lang="zh-TW" altLang="en-US" sz="1700" dirty="0">
              <a:solidFill>
                <a:schemeClr val="tx1"/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日期版面配置區 11">
            <a:extLst>
              <a:ext uri="{FF2B5EF4-FFF2-40B4-BE49-F238E27FC236}">
                <a16:creationId xmlns:a16="http://schemas.microsoft.com/office/drawing/2014/main" id="{99041880-8BA0-3459-A6E7-EAFEF716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34A0-9526-4A95-8755-F61A0C6D2CB2}" type="datetime1">
              <a:rPr lang="zh-TW" altLang="en-US" smtClean="0"/>
              <a:t>2025/4/27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A96318C-6F1E-35DF-BE1F-C5A45C8A1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303" y="1337785"/>
            <a:ext cx="6686550" cy="236608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C8CD0754-A8CF-6094-CF9A-24507E6CC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79883"/>
            <a:ext cx="2286997" cy="233565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E779769-6253-8769-CA35-2979C7A15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997" y="3655553"/>
            <a:ext cx="2286997" cy="2359986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9B30267B-09E7-D78A-8601-2D72B895A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229" y="3655553"/>
            <a:ext cx="2286997" cy="2374213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93E61364-DF46-9233-2A9E-5A93F4748B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057"/>
          <a:stretch/>
        </p:blipFill>
        <p:spPr>
          <a:xfrm>
            <a:off x="4572000" y="3764389"/>
            <a:ext cx="2254223" cy="224280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8CB1EA73-635D-D48E-E980-EA1D1496AB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6696" y="3656706"/>
            <a:ext cx="1038354" cy="10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5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126600</TotalTime>
  <Words>320</Words>
  <Application>Microsoft Office PowerPoint</Application>
  <PresentationFormat>如螢幕大小 (4:3)</PresentationFormat>
  <Paragraphs>172</Paragraphs>
  <Slides>25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Arial Unicode MS</vt:lpstr>
      <vt:lpstr>Noto Sans Symbols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Total Steps</vt:lpstr>
      <vt:lpstr>Introduction</vt:lpstr>
      <vt:lpstr>Method</vt:lpstr>
      <vt:lpstr>Method</vt:lpstr>
      <vt:lpstr>5% Replacement</vt:lpstr>
      <vt:lpstr>10% Replacement</vt:lpstr>
      <vt:lpstr>50% Replacement</vt:lpstr>
      <vt:lpstr>Method</vt:lpstr>
      <vt:lpstr>30%</vt:lpstr>
      <vt:lpstr>30%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Trumen</dc:creator>
  <cp:lastModifiedBy>bo-chun chen</cp:lastModifiedBy>
  <cp:revision>510</cp:revision>
  <cp:lastPrinted>2013-12-23T22:49:33Z</cp:lastPrinted>
  <dcterms:created xsi:type="dcterms:W3CDTF">2013-06-10T02:02:49Z</dcterms:created>
  <dcterms:modified xsi:type="dcterms:W3CDTF">2025-04-27T23:12:08Z</dcterms:modified>
</cp:coreProperties>
</file>